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468" r:id="rId5"/>
    <p:sldId id="303" r:id="rId6"/>
    <p:sldId id="471" r:id="rId7"/>
    <p:sldId id="526" r:id="rId8"/>
    <p:sldId id="527" r:id="rId9"/>
    <p:sldId id="528" r:id="rId10"/>
    <p:sldId id="529" r:id="rId11"/>
    <p:sldId id="530" r:id="rId12"/>
    <p:sldId id="531" r:id="rId13"/>
    <p:sldId id="532" r:id="rId14"/>
    <p:sldId id="535" r:id="rId15"/>
    <p:sldId id="536" r:id="rId16"/>
    <p:sldId id="533" r:id="rId17"/>
    <p:sldId id="469" r:id="rId18"/>
    <p:sldId id="298" r:id="rId19"/>
  </p:sldIdLst>
  <p:sldSz cx="12192000" cy="6858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Source Sans Pro" panose="020B050303040302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938"/>
    <a:srgbClr val="CF202F"/>
    <a:srgbClr val="989898"/>
    <a:srgbClr val="F2F2F2"/>
    <a:srgbClr val="665757"/>
    <a:srgbClr val="7F7F7F"/>
    <a:srgbClr val="404040"/>
    <a:srgbClr val="595959"/>
    <a:srgbClr val="3F3F3F"/>
    <a:srgbClr val="CD172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181" autoAdjust="0"/>
  </p:normalViewPr>
  <p:slideViewPr>
    <p:cSldViewPr snapToGrid="0">
      <p:cViewPr varScale="1">
        <p:scale>
          <a:sx n="151" d="100"/>
          <a:sy n="151" d="100"/>
        </p:scale>
        <p:origin x="630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8" y="1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21" Type="http://schemas.openxmlformats.org/officeDocument/2006/relationships/handoutMaster" Target="handoutMasters/handoutMaster1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23F457-C9F8-EE34-4D57-909A3921F9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AEC15-76D3-99AC-F43C-C82A25141B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1FB24-5C8E-483D-AA46-E21B700099DE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8B0E8-597A-1B64-1642-B5024D9570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AEAE0-5182-566A-8837-294FF0A217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7F5CE-420F-4FE8-B902-B7DAD1FAA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52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A6AF8-665F-4FC6-A102-0FB6C6F40370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3A606-A3EA-4C00-95FE-0C2B5DB3C1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35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538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5481E-3C46-FE8A-C60F-AA2CB2BE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B8017-3993-0569-0C6D-F21C29641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C9367-E244-D568-64CF-258FF9F5D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8F09E-85C7-F342-5BD9-D6B5E80E1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78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9001-8E09-89AA-F7AC-ED2D74C7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AEE09-2411-57DC-BDAB-4A09B8240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182B8-0135-8B31-2A62-7F9700779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95808-A12D-64C6-F097-938D095A3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69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53CC-1864-4DEB-EC6C-E6FD3802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530F4-7E46-F0B5-00C4-2F6CFE630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D2FB1-0F50-4A9E-50DF-62E28DC56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602CD-69E0-35C6-D8FD-197D6F37B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09CF-257A-3E8A-C668-049E3758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5C8C9-0361-0BF7-6571-41068C8A0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EEC69-9064-F041-0171-0F3D59044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E7E67-B85A-468B-AB76-3A7EB667D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048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42F8E-4876-C38C-61E6-64BA4C00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9E83C-A243-BD35-A593-72576F107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EC8AC-EDC6-9C91-6F3D-71E1DF535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E1B10-3725-5E51-A14B-7B99EC0D5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57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D6C8-BA69-1880-1EDF-C460B64B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67B74-C8FF-47DB-F752-37A5FB0CC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24776-5896-2C6B-5396-319009645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DADDC-AB64-E9A6-343F-BAC80C200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605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C304-E1E9-83C9-9399-2226147A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84A94-4DB9-C587-68FA-73F5CD0C0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BF9C7-47F7-BBE7-5405-6BB17917A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E6FF5-017D-19DD-F165-31058214A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66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E00495D-59F0-DB26-B5CB-EDF644C72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137"/>
            <a:ext cx="8510337" cy="3983569"/>
          </a:xfrm>
        </p:spPr>
        <p:txBody>
          <a:bodyPr>
            <a:normAutofit/>
          </a:bodyPr>
          <a:lstStyle>
            <a:lvl1pPr>
              <a:defRPr sz="5400">
                <a:solidFill>
                  <a:srgbClr val="3839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17380F-F92F-CA4F-756B-F6E5EB3D8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962516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 i="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890C58A-679B-F70F-A634-488A8F068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478925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CAB5B-178C-3B76-DAE2-E7142C3760CA}"/>
              </a:ext>
            </a:extLst>
          </p:cNvPr>
          <p:cNvSpPr txBox="1"/>
          <p:nvPr userDrawn="1"/>
        </p:nvSpPr>
        <p:spPr>
          <a:xfrm>
            <a:off x="391245" y="6443913"/>
            <a:ext cx="4445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The content of this presentation is proprietary and confidential information of Open </a:t>
            </a:r>
            <a:r>
              <a:rPr lang="en-US" sz="8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iT.</a:t>
            </a:r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 is not intended to be distributed to any third party without written consent of Open iT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0C1BC-32D2-302D-95DD-33B70C41A3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6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7ED2B4-F3E1-7EE9-B204-0D25761A97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557"/>
            <a:ext cx="4590327" cy="419914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17380F-F92F-CA4F-756B-F6E5EB3D8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962516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 i="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890C58A-679B-F70F-A634-488A8F068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478925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B6DF9C6-0236-A690-6B51-E1B4A6B47B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995333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CAB5B-178C-3B76-DAE2-E7142C3760CA}"/>
              </a:ext>
            </a:extLst>
          </p:cNvPr>
          <p:cNvSpPr txBox="1"/>
          <p:nvPr userDrawn="1"/>
        </p:nvSpPr>
        <p:spPr>
          <a:xfrm>
            <a:off x="391245" y="6443913"/>
            <a:ext cx="4445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The content of this presentation is proprietary and confidential information of Open </a:t>
            </a:r>
            <a:r>
              <a:rPr lang="en-US" sz="8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iT.</a:t>
            </a:r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 is not intended to be distributed to any third party without written consent of Open iT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46CDE7B-66AF-7058-3F6D-1861F6135C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6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B745D8F-22E3-8579-FF06-0AE4D9E9F9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770" y="910292"/>
            <a:ext cx="2901297" cy="1010324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47C11-B7F0-1037-D32C-A04FA9781C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7799" y="910292"/>
            <a:ext cx="7981484" cy="5050241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9698705-95F1-370C-463D-D7BE5CBD03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270" y="3904025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5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2AE74D-C1F4-EC86-6815-7DBB3C9C8E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EB1F-1D18-49E2-BC00-2D07A44B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10515600" cy="4801130"/>
          </a:xfrm>
        </p:spPr>
        <p:txBody>
          <a:bodyPr/>
          <a:lstStyle>
            <a:lvl2pPr marL="685800" indent="-228600">
              <a:buFont typeface="Source Sans Pro" panose="020B0503030403020204" pitchFamily="34" charset="0"/>
              <a:buChar char="–"/>
              <a:defRPr/>
            </a:lvl2pPr>
            <a:lvl3pPr marL="1143000" indent="-228600">
              <a:buFont typeface="Wingdings" panose="05000000000000000000" pitchFamily="2" charset="2"/>
              <a:buChar char="§"/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3F55092-D245-DE4B-0FB0-6EF6CA29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160C0A-486A-76E9-6320-E214A1344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5F444-DFA9-C47B-1E21-45A21E5660B2}"/>
              </a:ext>
            </a:extLst>
          </p:cNvPr>
          <p:cNvSpPr txBox="1"/>
          <p:nvPr userDrawn="1"/>
        </p:nvSpPr>
        <p:spPr>
          <a:xfrm>
            <a:off x="708211" y="6532066"/>
            <a:ext cx="515410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18DFB-F25F-8B51-B4A0-C9F280249C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4008F49-8B49-644F-BDED-2C5018AE76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CD9DD-ABD7-DD52-1729-0EBC001764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AE1BC0-B3AF-179B-D068-466BFFDE71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5968D7-D6D9-A8F4-6AC1-FFF7C24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58"/>
            <a:ext cx="10515600" cy="693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76BB0-8DD0-89E9-9C69-42C31F2F0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2DE38-1143-1205-774D-F99D5C4402A2}"/>
              </a:ext>
            </a:extLst>
          </p:cNvPr>
          <p:cNvSpPr txBox="1"/>
          <p:nvPr userDrawn="1"/>
        </p:nvSpPr>
        <p:spPr>
          <a:xfrm>
            <a:off x="708211" y="6532066"/>
            <a:ext cx="505758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FDC938-7D9D-6C6F-C5C1-EFE2651DDE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554ACD5-4058-BECA-F23C-62B794753E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69BD30-0EA0-CE6B-B287-586D2096A8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3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5B8755-F367-D3BD-614D-5A4382BCB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24433-77BF-D68A-D92F-83EB87827E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E39CB-6548-DCD3-9466-4966ED65B1C9}"/>
              </a:ext>
            </a:extLst>
          </p:cNvPr>
          <p:cNvSpPr txBox="1"/>
          <p:nvPr userDrawn="1"/>
        </p:nvSpPr>
        <p:spPr>
          <a:xfrm>
            <a:off x="708211" y="6532066"/>
            <a:ext cx="502202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81B961-9FC2-6555-2CD4-22DA0F3AC3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9E8F150-C826-898B-57E5-8304FEF52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F6466-0E92-1953-4EF1-707F2A7A18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3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163323-E965-B89F-1EB1-F47F5E439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774A5-0132-9662-B057-FE9A61583B6A}"/>
              </a:ext>
            </a:extLst>
          </p:cNvPr>
          <p:cNvSpPr/>
          <p:nvPr userDrawn="1"/>
        </p:nvSpPr>
        <p:spPr>
          <a:xfrm>
            <a:off x="455705" y="606424"/>
            <a:ext cx="9259795" cy="2454275"/>
          </a:xfrm>
          <a:prstGeom prst="roundRect">
            <a:avLst>
              <a:gd name="adj" fmla="val 21813"/>
            </a:avLst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64141D3-55E9-3038-3AB1-5B88A5553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688" y="848518"/>
            <a:ext cx="7550611" cy="2008982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8EA92-54A5-2BFE-7366-C84329A80B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2537" y="3469216"/>
            <a:ext cx="6803531" cy="1052513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4D32C-4678-48FC-6C42-4FE0408EA8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0C32B-384F-915E-D458-6250AEF4999C}"/>
              </a:ext>
            </a:extLst>
          </p:cNvPr>
          <p:cNvSpPr txBox="1"/>
          <p:nvPr userDrawn="1"/>
        </p:nvSpPr>
        <p:spPr>
          <a:xfrm>
            <a:off x="708211" y="6532066"/>
            <a:ext cx="501948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B2F7F5-51AC-84D3-983F-EDCAE2BBC6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AFD9206-EE3E-8C1B-43CA-4E2104761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3915" y="3634059"/>
            <a:ext cx="2627977" cy="2493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8670E1-DF83-CC17-70EB-03075A5B97F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E1E16C-5742-CCF2-82DF-13A3F9988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5D32C5-77A6-4C8B-482E-E98C449C69BB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CFCC-1AAE-99E8-8CBD-35312679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51635-DD50-3914-D49C-80B6A29758FA}"/>
              </a:ext>
            </a:extLst>
          </p:cNvPr>
          <p:cNvSpPr txBox="1"/>
          <p:nvPr userDrawn="1"/>
        </p:nvSpPr>
        <p:spPr>
          <a:xfrm>
            <a:off x="708211" y="6532066"/>
            <a:ext cx="507282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43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983234-BF24-6C64-8F4D-1EDA2A782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pic>
        <p:nvPicPr>
          <p:cNvPr id="44" name="Picture Placeholder 22" descr="3D design of a city in white">
            <a:extLst>
              <a:ext uri="{FF2B5EF4-FFF2-40B4-BE49-F238E27FC236}">
                <a16:creationId xmlns:a16="http://schemas.microsoft.com/office/drawing/2014/main" id="{5D2548E1-4EBD-91F5-EDE7-9BBB3D641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539752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846D13-6AE0-C2A6-E408-D27EF9E6A9E1}"/>
              </a:ext>
            </a:extLst>
          </p:cNvPr>
          <p:cNvSpPr/>
          <p:nvPr userDrawn="1"/>
        </p:nvSpPr>
        <p:spPr>
          <a:xfrm>
            <a:off x="4401315" y="1697300"/>
            <a:ext cx="6961609" cy="42828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86035-DCEC-7C25-3B75-43E52E785C93}"/>
              </a:ext>
            </a:extLst>
          </p:cNvPr>
          <p:cNvSpPr txBox="1"/>
          <p:nvPr userDrawn="1"/>
        </p:nvSpPr>
        <p:spPr>
          <a:xfrm>
            <a:off x="5656374" y="4429351"/>
            <a:ext cx="229026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+1 281 599 3400</a:t>
            </a: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C86CAF21-9244-5E84-F1EF-DACA98ED01A3}"/>
              </a:ext>
            </a:extLst>
          </p:cNvPr>
          <p:cNvSpPr/>
          <p:nvPr userDrawn="1"/>
        </p:nvSpPr>
        <p:spPr>
          <a:xfrm>
            <a:off x="5196963" y="5157943"/>
            <a:ext cx="257999" cy="187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859" y="0"/>
                  <a:pt x="0" y="1181"/>
                  <a:pt x="0" y="270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0" y="20419"/>
                  <a:pt x="859" y="21600"/>
                  <a:pt x="1964" y="21600"/>
                </a:cubicBezTo>
                <a:cubicBezTo>
                  <a:pt x="19636" y="21600"/>
                  <a:pt x="19636" y="21600"/>
                  <a:pt x="19636" y="21600"/>
                </a:cubicBezTo>
                <a:cubicBezTo>
                  <a:pt x="20741" y="21600"/>
                  <a:pt x="21600" y="20419"/>
                  <a:pt x="21600" y="18900"/>
                </a:cubicBezTo>
                <a:cubicBezTo>
                  <a:pt x="21600" y="2700"/>
                  <a:pt x="21600" y="2700"/>
                  <a:pt x="21600" y="2700"/>
                </a:cubicBezTo>
                <a:cubicBezTo>
                  <a:pt x="21600" y="1181"/>
                  <a:pt x="20741" y="0"/>
                  <a:pt x="19636" y="0"/>
                </a:cubicBezTo>
                <a:moveTo>
                  <a:pt x="1964" y="1350"/>
                </a:moveTo>
                <a:cubicBezTo>
                  <a:pt x="19636" y="1350"/>
                  <a:pt x="19636" y="1350"/>
                  <a:pt x="19636" y="1350"/>
                </a:cubicBezTo>
                <a:cubicBezTo>
                  <a:pt x="19759" y="1350"/>
                  <a:pt x="19882" y="1350"/>
                  <a:pt x="20005" y="1350"/>
                </a:cubicBezTo>
                <a:cubicBezTo>
                  <a:pt x="11414" y="13163"/>
                  <a:pt x="11414" y="13163"/>
                  <a:pt x="11414" y="13163"/>
                </a:cubicBezTo>
                <a:cubicBezTo>
                  <a:pt x="11291" y="13331"/>
                  <a:pt x="11045" y="13500"/>
                  <a:pt x="10800" y="13500"/>
                </a:cubicBezTo>
                <a:cubicBezTo>
                  <a:pt x="10555" y="13500"/>
                  <a:pt x="10309" y="13331"/>
                  <a:pt x="10186" y="13163"/>
                </a:cubicBezTo>
                <a:cubicBezTo>
                  <a:pt x="1595" y="1350"/>
                  <a:pt x="1595" y="1350"/>
                  <a:pt x="1595" y="1350"/>
                </a:cubicBezTo>
                <a:cubicBezTo>
                  <a:pt x="1718" y="1350"/>
                  <a:pt x="1841" y="1350"/>
                  <a:pt x="1964" y="1350"/>
                </a:cubicBezTo>
                <a:moveTo>
                  <a:pt x="982" y="18900"/>
                </a:moveTo>
                <a:cubicBezTo>
                  <a:pt x="982" y="2700"/>
                  <a:pt x="982" y="2700"/>
                  <a:pt x="982" y="2700"/>
                </a:cubicBezTo>
                <a:cubicBezTo>
                  <a:pt x="982" y="2700"/>
                  <a:pt x="982" y="2531"/>
                  <a:pt x="982" y="2531"/>
                </a:cubicBezTo>
                <a:cubicBezTo>
                  <a:pt x="7118" y="10800"/>
                  <a:pt x="7118" y="10800"/>
                  <a:pt x="7118" y="10800"/>
                </a:cubicBezTo>
                <a:cubicBezTo>
                  <a:pt x="982" y="19069"/>
                  <a:pt x="982" y="19069"/>
                  <a:pt x="982" y="19069"/>
                </a:cubicBezTo>
                <a:cubicBezTo>
                  <a:pt x="982" y="19069"/>
                  <a:pt x="982" y="18900"/>
                  <a:pt x="982" y="18900"/>
                </a:cubicBezTo>
                <a:moveTo>
                  <a:pt x="19636" y="20250"/>
                </a:moveTo>
                <a:cubicBezTo>
                  <a:pt x="1964" y="20250"/>
                  <a:pt x="1964" y="20250"/>
                  <a:pt x="1964" y="20250"/>
                </a:cubicBezTo>
                <a:cubicBezTo>
                  <a:pt x="1841" y="20250"/>
                  <a:pt x="1718" y="20250"/>
                  <a:pt x="1595" y="20250"/>
                </a:cubicBezTo>
                <a:cubicBezTo>
                  <a:pt x="7732" y="11812"/>
                  <a:pt x="7732" y="11812"/>
                  <a:pt x="7732" y="11812"/>
                </a:cubicBezTo>
                <a:cubicBezTo>
                  <a:pt x="9450" y="14006"/>
                  <a:pt x="9450" y="14006"/>
                  <a:pt x="9450" y="14006"/>
                </a:cubicBezTo>
                <a:cubicBezTo>
                  <a:pt x="9818" y="14512"/>
                  <a:pt x="10309" y="14850"/>
                  <a:pt x="10800" y="14850"/>
                </a:cubicBezTo>
                <a:cubicBezTo>
                  <a:pt x="11291" y="14850"/>
                  <a:pt x="11782" y="14512"/>
                  <a:pt x="12150" y="14006"/>
                </a:cubicBezTo>
                <a:cubicBezTo>
                  <a:pt x="13868" y="11812"/>
                  <a:pt x="13868" y="11812"/>
                  <a:pt x="13868" y="11812"/>
                </a:cubicBezTo>
                <a:cubicBezTo>
                  <a:pt x="20005" y="20250"/>
                  <a:pt x="20005" y="20250"/>
                  <a:pt x="20005" y="20250"/>
                </a:cubicBezTo>
                <a:cubicBezTo>
                  <a:pt x="19882" y="20250"/>
                  <a:pt x="19759" y="20250"/>
                  <a:pt x="19636" y="20250"/>
                </a:cubicBezTo>
                <a:moveTo>
                  <a:pt x="20618" y="18900"/>
                </a:moveTo>
                <a:cubicBezTo>
                  <a:pt x="20618" y="18900"/>
                  <a:pt x="20618" y="19069"/>
                  <a:pt x="20618" y="19069"/>
                </a:cubicBezTo>
                <a:cubicBezTo>
                  <a:pt x="14482" y="10800"/>
                  <a:pt x="14482" y="10800"/>
                  <a:pt x="14482" y="10800"/>
                </a:cubicBezTo>
                <a:cubicBezTo>
                  <a:pt x="20618" y="2531"/>
                  <a:pt x="20618" y="2531"/>
                  <a:pt x="20618" y="2531"/>
                </a:cubicBezTo>
                <a:cubicBezTo>
                  <a:pt x="20618" y="2531"/>
                  <a:pt x="20618" y="2700"/>
                  <a:pt x="20618" y="2700"/>
                </a:cubicBezTo>
                <a:lnTo>
                  <a:pt x="20618" y="18900"/>
                </a:lnTo>
                <a:close/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C3F02CD4-7EA0-3666-41C6-D476A33143D0}"/>
              </a:ext>
            </a:extLst>
          </p:cNvPr>
          <p:cNvSpPr/>
          <p:nvPr userDrawn="1"/>
        </p:nvSpPr>
        <p:spPr>
          <a:xfrm>
            <a:off x="5196963" y="4512598"/>
            <a:ext cx="257999" cy="256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982"/>
                </a:moveTo>
                <a:cubicBezTo>
                  <a:pt x="16691" y="982"/>
                  <a:pt x="20618" y="4909"/>
                  <a:pt x="20618" y="9818"/>
                </a:cubicBezTo>
                <a:cubicBezTo>
                  <a:pt x="20618" y="10064"/>
                  <a:pt x="20864" y="10309"/>
                  <a:pt x="21109" y="10309"/>
                </a:cubicBezTo>
                <a:cubicBezTo>
                  <a:pt x="21355" y="10309"/>
                  <a:pt x="21600" y="10064"/>
                  <a:pt x="21600" y="9818"/>
                </a:cubicBezTo>
                <a:cubicBezTo>
                  <a:pt x="21600" y="4418"/>
                  <a:pt x="17182" y="0"/>
                  <a:pt x="11782" y="0"/>
                </a:cubicBezTo>
                <a:cubicBezTo>
                  <a:pt x="11536" y="0"/>
                  <a:pt x="11291" y="245"/>
                  <a:pt x="11291" y="491"/>
                </a:cubicBezTo>
                <a:cubicBezTo>
                  <a:pt x="11291" y="736"/>
                  <a:pt x="11536" y="982"/>
                  <a:pt x="11782" y="982"/>
                </a:cubicBezTo>
                <a:moveTo>
                  <a:pt x="11782" y="5891"/>
                </a:moveTo>
                <a:cubicBezTo>
                  <a:pt x="13991" y="5891"/>
                  <a:pt x="15709" y="7609"/>
                  <a:pt x="15709" y="9818"/>
                </a:cubicBezTo>
                <a:cubicBezTo>
                  <a:pt x="15709" y="10064"/>
                  <a:pt x="15955" y="10309"/>
                  <a:pt x="16200" y="10309"/>
                </a:cubicBezTo>
                <a:cubicBezTo>
                  <a:pt x="16445" y="10309"/>
                  <a:pt x="16691" y="10064"/>
                  <a:pt x="16691" y="9818"/>
                </a:cubicBezTo>
                <a:cubicBezTo>
                  <a:pt x="16691" y="7118"/>
                  <a:pt x="14482" y="4909"/>
                  <a:pt x="11782" y="4909"/>
                </a:cubicBezTo>
                <a:cubicBezTo>
                  <a:pt x="11536" y="4909"/>
                  <a:pt x="11291" y="5155"/>
                  <a:pt x="11291" y="5400"/>
                </a:cubicBezTo>
                <a:cubicBezTo>
                  <a:pt x="11291" y="5645"/>
                  <a:pt x="11536" y="5891"/>
                  <a:pt x="11782" y="5891"/>
                </a:cubicBezTo>
                <a:moveTo>
                  <a:pt x="11782" y="10800"/>
                </a:moveTo>
                <a:cubicBezTo>
                  <a:pt x="12273" y="10800"/>
                  <a:pt x="12764" y="10309"/>
                  <a:pt x="12764" y="9818"/>
                </a:cubicBezTo>
                <a:cubicBezTo>
                  <a:pt x="12764" y="9327"/>
                  <a:pt x="12273" y="8836"/>
                  <a:pt x="11782" y="8836"/>
                </a:cubicBezTo>
                <a:cubicBezTo>
                  <a:pt x="11291" y="8836"/>
                  <a:pt x="10800" y="9327"/>
                  <a:pt x="10800" y="9818"/>
                </a:cubicBezTo>
                <a:cubicBezTo>
                  <a:pt x="10800" y="10309"/>
                  <a:pt x="11291" y="10800"/>
                  <a:pt x="11782" y="10800"/>
                </a:cubicBezTo>
                <a:moveTo>
                  <a:pt x="21600" y="17182"/>
                </a:moveTo>
                <a:cubicBezTo>
                  <a:pt x="21600" y="16814"/>
                  <a:pt x="21477" y="16445"/>
                  <a:pt x="21109" y="16077"/>
                </a:cubicBezTo>
                <a:cubicBezTo>
                  <a:pt x="21109" y="16077"/>
                  <a:pt x="20986" y="15955"/>
                  <a:pt x="20864" y="15955"/>
                </a:cubicBezTo>
                <a:cubicBezTo>
                  <a:pt x="16691" y="12641"/>
                  <a:pt x="16691" y="12641"/>
                  <a:pt x="16691" y="12641"/>
                </a:cubicBezTo>
                <a:cubicBezTo>
                  <a:pt x="16445" y="12395"/>
                  <a:pt x="16077" y="12273"/>
                  <a:pt x="15709" y="12273"/>
                </a:cubicBezTo>
                <a:cubicBezTo>
                  <a:pt x="15341" y="12273"/>
                  <a:pt x="15095" y="12395"/>
                  <a:pt x="14850" y="12518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500" y="13991"/>
                  <a:pt x="13255" y="14114"/>
                  <a:pt x="12886" y="14114"/>
                </a:cubicBezTo>
                <a:cubicBezTo>
                  <a:pt x="12641" y="14114"/>
                  <a:pt x="12273" y="13868"/>
                  <a:pt x="12150" y="13623"/>
                </a:cubicBezTo>
                <a:cubicBezTo>
                  <a:pt x="12150" y="13623"/>
                  <a:pt x="12150" y="13623"/>
                  <a:pt x="12150" y="13623"/>
                </a:cubicBezTo>
                <a:cubicBezTo>
                  <a:pt x="10555" y="12518"/>
                  <a:pt x="9082" y="11168"/>
                  <a:pt x="7855" y="9450"/>
                </a:cubicBezTo>
                <a:cubicBezTo>
                  <a:pt x="7977" y="9450"/>
                  <a:pt x="7977" y="9450"/>
                  <a:pt x="7977" y="9450"/>
                </a:cubicBezTo>
                <a:cubicBezTo>
                  <a:pt x="7732" y="9327"/>
                  <a:pt x="7486" y="8959"/>
                  <a:pt x="7486" y="8714"/>
                </a:cubicBezTo>
                <a:cubicBezTo>
                  <a:pt x="7486" y="8345"/>
                  <a:pt x="7609" y="8100"/>
                  <a:pt x="7855" y="7977"/>
                </a:cubicBezTo>
                <a:cubicBezTo>
                  <a:pt x="7855" y="7977"/>
                  <a:pt x="7855" y="7977"/>
                  <a:pt x="7855" y="7977"/>
                </a:cubicBezTo>
                <a:cubicBezTo>
                  <a:pt x="8959" y="6750"/>
                  <a:pt x="8959" y="6750"/>
                  <a:pt x="8959" y="6750"/>
                </a:cubicBezTo>
                <a:cubicBezTo>
                  <a:pt x="9205" y="6505"/>
                  <a:pt x="9327" y="6259"/>
                  <a:pt x="9327" y="5891"/>
                </a:cubicBezTo>
                <a:cubicBezTo>
                  <a:pt x="9327" y="5523"/>
                  <a:pt x="9205" y="5155"/>
                  <a:pt x="8836" y="4909"/>
                </a:cubicBezTo>
                <a:cubicBezTo>
                  <a:pt x="5645" y="736"/>
                  <a:pt x="5645" y="736"/>
                  <a:pt x="5645" y="736"/>
                </a:cubicBezTo>
                <a:cubicBezTo>
                  <a:pt x="5645" y="614"/>
                  <a:pt x="5523" y="491"/>
                  <a:pt x="5400" y="491"/>
                </a:cubicBezTo>
                <a:cubicBezTo>
                  <a:pt x="5155" y="123"/>
                  <a:pt x="4786" y="0"/>
                  <a:pt x="4418" y="0"/>
                </a:cubicBezTo>
                <a:cubicBezTo>
                  <a:pt x="2455" y="0"/>
                  <a:pt x="0" y="2332"/>
                  <a:pt x="0" y="5155"/>
                </a:cubicBezTo>
                <a:cubicBezTo>
                  <a:pt x="0" y="5891"/>
                  <a:pt x="123" y="6627"/>
                  <a:pt x="491" y="7364"/>
                </a:cubicBezTo>
                <a:cubicBezTo>
                  <a:pt x="491" y="7364"/>
                  <a:pt x="491" y="7364"/>
                  <a:pt x="491" y="7364"/>
                </a:cubicBezTo>
                <a:cubicBezTo>
                  <a:pt x="3436" y="13255"/>
                  <a:pt x="8345" y="18164"/>
                  <a:pt x="14236" y="21109"/>
                </a:cubicBezTo>
                <a:cubicBezTo>
                  <a:pt x="14236" y="21109"/>
                  <a:pt x="14236" y="21109"/>
                  <a:pt x="14236" y="21109"/>
                </a:cubicBezTo>
                <a:cubicBezTo>
                  <a:pt x="14850" y="21477"/>
                  <a:pt x="15709" y="21600"/>
                  <a:pt x="16445" y="21600"/>
                </a:cubicBezTo>
                <a:cubicBezTo>
                  <a:pt x="19268" y="21600"/>
                  <a:pt x="21600" y="19145"/>
                  <a:pt x="21600" y="17182"/>
                </a:cubicBezTo>
                <a:cubicBezTo>
                  <a:pt x="21600" y="17182"/>
                  <a:pt x="21600" y="17182"/>
                  <a:pt x="21600" y="17182"/>
                </a:cubicBezTo>
                <a:close/>
                <a:moveTo>
                  <a:pt x="16445" y="20618"/>
                </a:moveTo>
                <a:cubicBezTo>
                  <a:pt x="15832" y="20618"/>
                  <a:pt x="15218" y="20495"/>
                  <a:pt x="14605" y="20250"/>
                </a:cubicBezTo>
                <a:cubicBezTo>
                  <a:pt x="14605" y="20250"/>
                  <a:pt x="14605" y="20127"/>
                  <a:pt x="14482" y="20127"/>
                </a:cubicBezTo>
                <a:cubicBezTo>
                  <a:pt x="8959" y="17305"/>
                  <a:pt x="4295" y="12641"/>
                  <a:pt x="1473" y="7118"/>
                </a:cubicBezTo>
                <a:cubicBezTo>
                  <a:pt x="1473" y="6995"/>
                  <a:pt x="1350" y="6995"/>
                  <a:pt x="1350" y="6995"/>
                </a:cubicBezTo>
                <a:cubicBezTo>
                  <a:pt x="1105" y="6382"/>
                  <a:pt x="982" y="5768"/>
                  <a:pt x="982" y="5155"/>
                </a:cubicBezTo>
                <a:cubicBezTo>
                  <a:pt x="982" y="2823"/>
                  <a:pt x="3068" y="982"/>
                  <a:pt x="4418" y="982"/>
                </a:cubicBezTo>
                <a:cubicBezTo>
                  <a:pt x="4541" y="982"/>
                  <a:pt x="4664" y="1105"/>
                  <a:pt x="4786" y="1105"/>
                </a:cubicBezTo>
                <a:cubicBezTo>
                  <a:pt x="4786" y="1105"/>
                  <a:pt x="4786" y="1105"/>
                  <a:pt x="4786" y="1227"/>
                </a:cubicBezTo>
                <a:cubicBezTo>
                  <a:pt x="4786" y="1227"/>
                  <a:pt x="4909" y="1227"/>
                  <a:pt x="4909" y="1350"/>
                </a:cubicBezTo>
                <a:cubicBezTo>
                  <a:pt x="8100" y="5400"/>
                  <a:pt x="8100" y="5400"/>
                  <a:pt x="8100" y="5400"/>
                </a:cubicBezTo>
                <a:cubicBezTo>
                  <a:pt x="8100" y="5523"/>
                  <a:pt x="8223" y="5523"/>
                  <a:pt x="8223" y="5523"/>
                </a:cubicBezTo>
                <a:cubicBezTo>
                  <a:pt x="8223" y="5645"/>
                  <a:pt x="8345" y="5768"/>
                  <a:pt x="8345" y="5891"/>
                </a:cubicBezTo>
                <a:cubicBezTo>
                  <a:pt x="8345" y="6014"/>
                  <a:pt x="8345" y="6014"/>
                  <a:pt x="8223" y="6136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6750" y="7609"/>
                  <a:pt x="6505" y="8100"/>
                  <a:pt x="6505" y="8714"/>
                </a:cubicBezTo>
                <a:cubicBezTo>
                  <a:pt x="6505" y="9205"/>
                  <a:pt x="6750" y="9695"/>
                  <a:pt x="7118" y="10064"/>
                </a:cubicBezTo>
                <a:cubicBezTo>
                  <a:pt x="7118" y="10064"/>
                  <a:pt x="7118" y="10064"/>
                  <a:pt x="7118" y="10064"/>
                </a:cubicBezTo>
                <a:cubicBezTo>
                  <a:pt x="8345" y="11782"/>
                  <a:pt x="9818" y="13255"/>
                  <a:pt x="11536" y="14482"/>
                </a:cubicBezTo>
                <a:cubicBezTo>
                  <a:pt x="11536" y="14482"/>
                  <a:pt x="11536" y="14482"/>
                  <a:pt x="11536" y="14482"/>
                </a:cubicBezTo>
                <a:cubicBezTo>
                  <a:pt x="11905" y="14850"/>
                  <a:pt x="12395" y="15095"/>
                  <a:pt x="12886" y="15095"/>
                </a:cubicBezTo>
                <a:cubicBezTo>
                  <a:pt x="13377" y="15095"/>
                  <a:pt x="13868" y="14850"/>
                  <a:pt x="14236" y="14482"/>
                </a:cubicBezTo>
                <a:cubicBezTo>
                  <a:pt x="14359" y="14482"/>
                  <a:pt x="14359" y="14482"/>
                  <a:pt x="14359" y="14482"/>
                </a:cubicBezTo>
                <a:cubicBezTo>
                  <a:pt x="15464" y="13377"/>
                  <a:pt x="15464" y="13377"/>
                  <a:pt x="15464" y="13377"/>
                </a:cubicBezTo>
                <a:cubicBezTo>
                  <a:pt x="15586" y="13255"/>
                  <a:pt x="15586" y="13255"/>
                  <a:pt x="15709" y="13255"/>
                </a:cubicBezTo>
                <a:cubicBezTo>
                  <a:pt x="15832" y="13255"/>
                  <a:pt x="15955" y="13377"/>
                  <a:pt x="16077" y="13377"/>
                </a:cubicBezTo>
                <a:cubicBezTo>
                  <a:pt x="16077" y="13377"/>
                  <a:pt x="16077" y="13500"/>
                  <a:pt x="16077" y="13500"/>
                </a:cubicBezTo>
                <a:cubicBezTo>
                  <a:pt x="20250" y="16691"/>
                  <a:pt x="20250" y="16691"/>
                  <a:pt x="20250" y="16691"/>
                </a:cubicBezTo>
                <a:cubicBezTo>
                  <a:pt x="20373" y="16691"/>
                  <a:pt x="20373" y="16691"/>
                  <a:pt x="20373" y="16814"/>
                </a:cubicBezTo>
                <a:cubicBezTo>
                  <a:pt x="20373" y="16814"/>
                  <a:pt x="20495" y="16814"/>
                  <a:pt x="20495" y="16814"/>
                </a:cubicBezTo>
                <a:cubicBezTo>
                  <a:pt x="20495" y="16936"/>
                  <a:pt x="20618" y="16936"/>
                  <a:pt x="20618" y="17182"/>
                </a:cubicBezTo>
                <a:cubicBezTo>
                  <a:pt x="20618" y="17182"/>
                  <a:pt x="20618" y="17182"/>
                  <a:pt x="20618" y="17305"/>
                </a:cubicBezTo>
                <a:cubicBezTo>
                  <a:pt x="20495" y="18655"/>
                  <a:pt x="18777" y="20618"/>
                  <a:pt x="16445" y="20618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CD9C7A22-43B9-BD86-E57C-8FB879BB406E}"/>
              </a:ext>
            </a:extLst>
          </p:cNvPr>
          <p:cNvSpPr/>
          <p:nvPr userDrawn="1"/>
        </p:nvSpPr>
        <p:spPr>
          <a:xfrm>
            <a:off x="5196963" y="3702717"/>
            <a:ext cx="239914" cy="330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4" y="0"/>
                  <a:pt x="0" y="3559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59"/>
                  <a:pt x="16706" y="0"/>
                  <a:pt x="10800" y="0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0"/>
                  <a:pt x="5569" y="982"/>
                  <a:pt x="10800" y="982"/>
                </a:cubicBezTo>
                <a:cubicBezTo>
                  <a:pt x="16031" y="982"/>
                  <a:pt x="20250" y="4050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3927"/>
                </a:moveTo>
                <a:cubicBezTo>
                  <a:pt x="7762" y="3927"/>
                  <a:pt x="5400" y="5645"/>
                  <a:pt x="5400" y="7855"/>
                </a:cubicBezTo>
                <a:cubicBezTo>
                  <a:pt x="5400" y="10064"/>
                  <a:pt x="7762" y="11782"/>
                  <a:pt x="10800" y="11782"/>
                </a:cubicBezTo>
                <a:cubicBezTo>
                  <a:pt x="13837" y="11782"/>
                  <a:pt x="16200" y="10064"/>
                  <a:pt x="16200" y="7855"/>
                </a:cubicBezTo>
                <a:cubicBezTo>
                  <a:pt x="16200" y="5645"/>
                  <a:pt x="13837" y="3927"/>
                  <a:pt x="10800" y="3927"/>
                </a:cubicBezTo>
                <a:moveTo>
                  <a:pt x="10800" y="10800"/>
                </a:moveTo>
                <a:cubicBezTo>
                  <a:pt x="8606" y="10800"/>
                  <a:pt x="6750" y="9450"/>
                  <a:pt x="6750" y="7855"/>
                </a:cubicBezTo>
                <a:cubicBezTo>
                  <a:pt x="6750" y="6259"/>
                  <a:pt x="8606" y="4909"/>
                  <a:pt x="10800" y="4909"/>
                </a:cubicBezTo>
                <a:cubicBezTo>
                  <a:pt x="12994" y="4909"/>
                  <a:pt x="14850" y="6259"/>
                  <a:pt x="14850" y="7855"/>
                </a:cubicBezTo>
                <a:cubicBezTo>
                  <a:pt x="14850" y="9450"/>
                  <a:pt x="12994" y="10800"/>
                  <a:pt x="10800" y="10800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EBDAAD-E34F-BCE5-F183-405F3668FCA5}"/>
              </a:ext>
            </a:extLst>
          </p:cNvPr>
          <p:cNvSpPr txBox="1"/>
          <p:nvPr userDrawn="1"/>
        </p:nvSpPr>
        <p:spPr>
          <a:xfrm>
            <a:off x="9006554" y="3531132"/>
            <a:ext cx="1655351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www.openit.com</a:t>
            </a: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5AD4E0F7-0FCB-3AB0-4FE3-9FCF8B4AF827}"/>
              </a:ext>
            </a:extLst>
          </p:cNvPr>
          <p:cNvSpPr/>
          <p:nvPr userDrawn="1"/>
        </p:nvSpPr>
        <p:spPr>
          <a:xfrm>
            <a:off x="8624311" y="3613779"/>
            <a:ext cx="255059" cy="25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86" y="0"/>
                  <a:pt x="0" y="4786"/>
                  <a:pt x="0" y="10800"/>
                </a:cubicBezTo>
                <a:cubicBezTo>
                  <a:pt x="0" y="16814"/>
                  <a:pt x="4786" y="21600"/>
                  <a:pt x="10800" y="21600"/>
                </a:cubicBezTo>
                <a:cubicBezTo>
                  <a:pt x="16814" y="21600"/>
                  <a:pt x="21600" y="16814"/>
                  <a:pt x="21600" y="10800"/>
                </a:cubicBezTo>
                <a:cubicBezTo>
                  <a:pt x="21600" y="4786"/>
                  <a:pt x="16814" y="0"/>
                  <a:pt x="10800" y="0"/>
                </a:cubicBezTo>
                <a:moveTo>
                  <a:pt x="7855" y="1473"/>
                </a:moveTo>
                <a:cubicBezTo>
                  <a:pt x="7732" y="1595"/>
                  <a:pt x="7486" y="1841"/>
                  <a:pt x="7241" y="2209"/>
                </a:cubicBezTo>
                <a:cubicBezTo>
                  <a:pt x="7241" y="2209"/>
                  <a:pt x="7241" y="2209"/>
                  <a:pt x="7241" y="2209"/>
                </a:cubicBezTo>
                <a:cubicBezTo>
                  <a:pt x="6873" y="2823"/>
                  <a:pt x="6505" y="3436"/>
                  <a:pt x="6136" y="4173"/>
                </a:cubicBezTo>
                <a:cubicBezTo>
                  <a:pt x="6136" y="4173"/>
                  <a:pt x="6136" y="4173"/>
                  <a:pt x="6136" y="4173"/>
                </a:cubicBezTo>
                <a:cubicBezTo>
                  <a:pt x="6136" y="4295"/>
                  <a:pt x="6136" y="4295"/>
                  <a:pt x="6136" y="4418"/>
                </a:cubicBezTo>
                <a:cubicBezTo>
                  <a:pt x="5523" y="4050"/>
                  <a:pt x="4909" y="3682"/>
                  <a:pt x="4418" y="3314"/>
                </a:cubicBezTo>
                <a:cubicBezTo>
                  <a:pt x="5400" y="2455"/>
                  <a:pt x="6627" y="1841"/>
                  <a:pt x="7855" y="1473"/>
                </a:cubicBezTo>
                <a:moveTo>
                  <a:pt x="3805" y="3927"/>
                </a:moveTo>
                <a:cubicBezTo>
                  <a:pt x="4295" y="4418"/>
                  <a:pt x="5032" y="4909"/>
                  <a:pt x="5768" y="5277"/>
                </a:cubicBezTo>
                <a:cubicBezTo>
                  <a:pt x="5768" y="5277"/>
                  <a:pt x="5768" y="5400"/>
                  <a:pt x="5645" y="5400"/>
                </a:cubicBezTo>
                <a:cubicBezTo>
                  <a:pt x="5523" y="6136"/>
                  <a:pt x="5277" y="6995"/>
                  <a:pt x="5155" y="7732"/>
                </a:cubicBezTo>
                <a:cubicBezTo>
                  <a:pt x="5155" y="7855"/>
                  <a:pt x="5155" y="7977"/>
                  <a:pt x="5155" y="8100"/>
                </a:cubicBezTo>
                <a:cubicBezTo>
                  <a:pt x="5032" y="8468"/>
                  <a:pt x="5032" y="8714"/>
                  <a:pt x="5032" y="9082"/>
                </a:cubicBezTo>
                <a:cubicBezTo>
                  <a:pt x="5032" y="9205"/>
                  <a:pt x="4909" y="9327"/>
                  <a:pt x="4909" y="9450"/>
                </a:cubicBezTo>
                <a:cubicBezTo>
                  <a:pt x="4909" y="9695"/>
                  <a:pt x="4909" y="10064"/>
                  <a:pt x="4909" y="10309"/>
                </a:cubicBezTo>
                <a:cubicBezTo>
                  <a:pt x="982" y="10309"/>
                  <a:pt x="982" y="10309"/>
                  <a:pt x="982" y="10309"/>
                </a:cubicBezTo>
                <a:cubicBezTo>
                  <a:pt x="1105" y="7855"/>
                  <a:pt x="2209" y="5645"/>
                  <a:pt x="3805" y="3927"/>
                </a:cubicBezTo>
                <a:moveTo>
                  <a:pt x="982" y="11291"/>
                </a:moveTo>
                <a:cubicBezTo>
                  <a:pt x="4909" y="11291"/>
                  <a:pt x="4909" y="11291"/>
                  <a:pt x="4909" y="11291"/>
                </a:cubicBezTo>
                <a:cubicBezTo>
                  <a:pt x="4909" y="11536"/>
                  <a:pt x="4909" y="11905"/>
                  <a:pt x="4909" y="12150"/>
                </a:cubicBezTo>
                <a:cubicBezTo>
                  <a:pt x="4909" y="12273"/>
                  <a:pt x="5032" y="12395"/>
                  <a:pt x="5032" y="12518"/>
                </a:cubicBezTo>
                <a:cubicBezTo>
                  <a:pt x="5032" y="12886"/>
                  <a:pt x="5032" y="13132"/>
                  <a:pt x="5155" y="13500"/>
                </a:cubicBezTo>
                <a:cubicBezTo>
                  <a:pt x="5155" y="13623"/>
                  <a:pt x="5155" y="13745"/>
                  <a:pt x="5155" y="13868"/>
                </a:cubicBezTo>
                <a:cubicBezTo>
                  <a:pt x="5277" y="14605"/>
                  <a:pt x="5523" y="15464"/>
                  <a:pt x="5645" y="16200"/>
                </a:cubicBezTo>
                <a:cubicBezTo>
                  <a:pt x="5768" y="16200"/>
                  <a:pt x="5768" y="16323"/>
                  <a:pt x="5768" y="16323"/>
                </a:cubicBezTo>
                <a:cubicBezTo>
                  <a:pt x="5032" y="16691"/>
                  <a:pt x="4295" y="17182"/>
                  <a:pt x="3805" y="17673"/>
                </a:cubicBezTo>
                <a:cubicBezTo>
                  <a:pt x="2209" y="15955"/>
                  <a:pt x="1105" y="13745"/>
                  <a:pt x="982" y="11291"/>
                </a:cubicBezTo>
                <a:moveTo>
                  <a:pt x="4418" y="18286"/>
                </a:moveTo>
                <a:cubicBezTo>
                  <a:pt x="4909" y="17918"/>
                  <a:pt x="5523" y="17550"/>
                  <a:pt x="6136" y="17182"/>
                </a:cubicBezTo>
                <a:cubicBezTo>
                  <a:pt x="6136" y="17305"/>
                  <a:pt x="6136" y="17305"/>
                  <a:pt x="6136" y="17427"/>
                </a:cubicBezTo>
                <a:cubicBezTo>
                  <a:pt x="6136" y="17427"/>
                  <a:pt x="6136" y="17427"/>
                  <a:pt x="6136" y="17427"/>
                </a:cubicBezTo>
                <a:cubicBezTo>
                  <a:pt x="6505" y="18164"/>
                  <a:pt x="6873" y="18777"/>
                  <a:pt x="7241" y="19391"/>
                </a:cubicBezTo>
                <a:cubicBezTo>
                  <a:pt x="7241" y="19391"/>
                  <a:pt x="7241" y="19391"/>
                  <a:pt x="7241" y="19391"/>
                </a:cubicBezTo>
                <a:cubicBezTo>
                  <a:pt x="7486" y="19759"/>
                  <a:pt x="7732" y="20005"/>
                  <a:pt x="7855" y="20127"/>
                </a:cubicBezTo>
                <a:cubicBezTo>
                  <a:pt x="6627" y="19759"/>
                  <a:pt x="5400" y="19145"/>
                  <a:pt x="4418" y="18286"/>
                </a:cubicBezTo>
                <a:moveTo>
                  <a:pt x="10309" y="20618"/>
                </a:moveTo>
                <a:cubicBezTo>
                  <a:pt x="8959" y="20250"/>
                  <a:pt x="7732" y="18900"/>
                  <a:pt x="6995" y="16814"/>
                </a:cubicBezTo>
                <a:cubicBezTo>
                  <a:pt x="7977" y="16445"/>
                  <a:pt x="9082" y="16323"/>
                  <a:pt x="10309" y="16200"/>
                </a:cubicBezTo>
                <a:lnTo>
                  <a:pt x="10309" y="20618"/>
                </a:lnTo>
                <a:close/>
                <a:moveTo>
                  <a:pt x="10309" y="15218"/>
                </a:moveTo>
                <a:cubicBezTo>
                  <a:pt x="8959" y="15341"/>
                  <a:pt x="7732" y="15586"/>
                  <a:pt x="6627" y="15955"/>
                </a:cubicBezTo>
                <a:cubicBezTo>
                  <a:pt x="6259" y="14605"/>
                  <a:pt x="5891" y="13009"/>
                  <a:pt x="5891" y="11291"/>
                </a:cubicBezTo>
                <a:cubicBezTo>
                  <a:pt x="10309" y="11291"/>
                  <a:pt x="10309" y="11291"/>
                  <a:pt x="10309" y="11291"/>
                </a:cubicBezTo>
                <a:lnTo>
                  <a:pt x="10309" y="15218"/>
                </a:lnTo>
                <a:close/>
                <a:moveTo>
                  <a:pt x="10309" y="10309"/>
                </a:moveTo>
                <a:cubicBezTo>
                  <a:pt x="5891" y="10309"/>
                  <a:pt x="5891" y="10309"/>
                  <a:pt x="5891" y="10309"/>
                </a:cubicBezTo>
                <a:cubicBezTo>
                  <a:pt x="5891" y="8591"/>
                  <a:pt x="6259" y="6995"/>
                  <a:pt x="6627" y="5645"/>
                </a:cubicBezTo>
                <a:cubicBezTo>
                  <a:pt x="7732" y="6014"/>
                  <a:pt x="8959" y="6259"/>
                  <a:pt x="10309" y="6382"/>
                </a:cubicBezTo>
                <a:lnTo>
                  <a:pt x="10309" y="10309"/>
                </a:lnTo>
                <a:close/>
                <a:moveTo>
                  <a:pt x="10309" y="5400"/>
                </a:moveTo>
                <a:cubicBezTo>
                  <a:pt x="9082" y="5277"/>
                  <a:pt x="7977" y="5155"/>
                  <a:pt x="6995" y="4786"/>
                </a:cubicBezTo>
                <a:cubicBezTo>
                  <a:pt x="7732" y="2700"/>
                  <a:pt x="8959" y="1350"/>
                  <a:pt x="10309" y="982"/>
                </a:cubicBezTo>
                <a:lnTo>
                  <a:pt x="10309" y="5400"/>
                </a:lnTo>
                <a:close/>
                <a:moveTo>
                  <a:pt x="20618" y="10309"/>
                </a:moveTo>
                <a:cubicBezTo>
                  <a:pt x="16691" y="10309"/>
                  <a:pt x="16691" y="10309"/>
                  <a:pt x="16691" y="10309"/>
                </a:cubicBezTo>
                <a:cubicBezTo>
                  <a:pt x="16691" y="10064"/>
                  <a:pt x="16691" y="9695"/>
                  <a:pt x="16691" y="9450"/>
                </a:cubicBezTo>
                <a:cubicBezTo>
                  <a:pt x="16691" y="9327"/>
                  <a:pt x="16568" y="9205"/>
                  <a:pt x="16568" y="9082"/>
                </a:cubicBezTo>
                <a:cubicBezTo>
                  <a:pt x="16568" y="8714"/>
                  <a:pt x="16568" y="8468"/>
                  <a:pt x="16445" y="8100"/>
                </a:cubicBezTo>
                <a:cubicBezTo>
                  <a:pt x="16445" y="7977"/>
                  <a:pt x="16445" y="7855"/>
                  <a:pt x="16445" y="7732"/>
                </a:cubicBezTo>
                <a:cubicBezTo>
                  <a:pt x="16323" y="6995"/>
                  <a:pt x="16077" y="6136"/>
                  <a:pt x="15955" y="5400"/>
                </a:cubicBezTo>
                <a:cubicBezTo>
                  <a:pt x="15832" y="5400"/>
                  <a:pt x="15832" y="5277"/>
                  <a:pt x="15832" y="5277"/>
                </a:cubicBezTo>
                <a:cubicBezTo>
                  <a:pt x="16568" y="4909"/>
                  <a:pt x="17305" y="4418"/>
                  <a:pt x="17795" y="3927"/>
                </a:cubicBezTo>
                <a:cubicBezTo>
                  <a:pt x="19391" y="5645"/>
                  <a:pt x="20495" y="7855"/>
                  <a:pt x="20618" y="10309"/>
                </a:cubicBezTo>
                <a:moveTo>
                  <a:pt x="17182" y="3314"/>
                </a:moveTo>
                <a:cubicBezTo>
                  <a:pt x="16691" y="3682"/>
                  <a:pt x="16077" y="4050"/>
                  <a:pt x="15464" y="4418"/>
                </a:cubicBezTo>
                <a:cubicBezTo>
                  <a:pt x="15464" y="4295"/>
                  <a:pt x="15464" y="4295"/>
                  <a:pt x="15464" y="4173"/>
                </a:cubicBezTo>
                <a:cubicBezTo>
                  <a:pt x="15464" y="4173"/>
                  <a:pt x="15464" y="4173"/>
                  <a:pt x="15464" y="4173"/>
                </a:cubicBezTo>
                <a:cubicBezTo>
                  <a:pt x="15095" y="3436"/>
                  <a:pt x="14727" y="2823"/>
                  <a:pt x="14359" y="2209"/>
                </a:cubicBezTo>
                <a:cubicBezTo>
                  <a:pt x="14359" y="2209"/>
                  <a:pt x="14359" y="2209"/>
                  <a:pt x="14359" y="2209"/>
                </a:cubicBezTo>
                <a:cubicBezTo>
                  <a:pt x="14114" y="1841"/>
                  <a:pt x="13868" y="1595"/>
                  <a:pt x="13745" y="1473"/>
                </a:cubicBezTo>
                <a:cubicBezTo>
                  <a:pt x="14973" y="1841"/>
                  <a:pt x="16200" y="2455"/>
                  <a:pt x="17182" y="3314"/>
                </a:cubicBezTo>
                <a:moveTo>
                  <a:pt x="11291" y="982"/>
                </a:moveTo>
                <a:cubicBezTo>
                  <a:pt x="12641" y="1350"/>
                  <a:pt x="13868" y="2700"/>
                  <a:pt x="14605" y="4786"/>
                </a:cubicBezTo>
                <a:cubicBezTo>
                  <a:pt x="13623" y="5155"/>
                  <a:pt x="12518" y="5277"/>
                  <a:pt x="11291" y="5400"/>
                </a:cubicBezTo>
                <a:lnTo>
                  <a:pt x="11291" y="982"/>
                </a:lnTo>
                <a:close/>
                <a:moveTo>
                  <a:pt x="11291" y="6382"/>
                </a:moveTo>
                <a:cubicBezTo>
                  <a:pt x="12641" y="6259"/>
                  <a:pt x="13868" y="6014"/>
                  <a:pt x="14973" y="5645"/>
                </a:cubicBezTo>
                <a:cubicBezTo>
                  <a:pt x="15341" y="6995"/>
                  <a:pt x="15709" y="8591"/>
                  <a:pt x="15709" y="10309"/>
                </a:cubicBezTo>
                <a:cubicBezTo>
                  <a:pt x="11291" y="10309"/>
                  <a:pt x="11291" y="10309"/>
                  <a:pt x="11291" y="10309"/>
                </a:cubicBezTo>
                <a:lnTo>
                  <a:pt x="11291" y="6382"/>
                </a:lnTo>
                <a:close/>
                <a:moveTo>
                  <a:pt x="11291" y="11291"/>
                </a:moveTo>
                <a:cubicBezTo>
                  <a:pt x="15709" y="11291"/>
                  <a:pt x="15709" y="11291"/>
                  <a:pt x="15709" y="11291"/>
                </a:cubicBezTo>
                <a:cubicBezTo>
                  <a:pt x="15709" y="13009"/>
                  <a:pt x="15341" y="14605"/>
                  <a:pt x="14973" y="15955"/>
                </a:cubicBezTo>
                <a:cubicBezTo>
                  <a:pt x="13868" y="15586"/>
                  <a:pt x="12641" y="15341"/>
                  <a:pt x="11291" y="15218"/>
                </a:cubicBezTo>
                <a:lnTo>
                  <a:pt x="11291" y="11291"/>
                </a:lnTo>
                <a:close/>
                <a:moveTo>
                  <a:pt x="11291" y="20618"/>
                </a:moveTo>
                <a:cubicBezTo>
                  <a:pt x="11291" y="16200"/>
                  <a:pt x="11291" y="16200"/>
                  <a:pt x="11291" y="16200"/>
                </a:cubicBezTo>
                <a:cubicBezTo>
                  <a:pt x="12518" y="16323"/>
                  <a:pt x="13623" y="16445"/>
                  <a:pt x="14605" y="16814"/>
                </a:cubicBezTo>
                <a:cubicBezTo>
                  <a:pt x="13868" y="18900"/>
                  <a:pt x="12641" y="20250"/>
                  <a:pt x="11291" y="20618"/>
                </a:cubicBezTo>
                <a:moveTo>
                  <a:pt x="13745" y="20127"/>
                </a:moveTo>
                <a:cubicBezTo>
                  <a:pt x="13868" y="20005"/>
                  <a:pt x="14114" y="19759"/>
                  <a:pt x="14359" y="19391"/>
                </a:cubicBezTo>
                <a:cubicBezTo>
                  <a:pt x="14359" y="19391"/>
                  <a:pt x="14359" y="19391"/>
                  <a:pt x="14359" y="19391"/>
                </a:cubicBezTo>
                <a:cubicBezTo>
                  <a:pt x="14727" y="18777"/>
                  <a:pt x="15095" y="18164"/>
                  <a:pt x="15464" y="17427"/>
                </a:cubicBezTo>
                <a:cubicBezTo>
                  <a:pt x="15464" y="17427"/>
                  <a:pt x="15464" y="17427"/>
                  <a:pt x="15464" y="17427"/>
                </a:cubicBezTo>
                <a:cubicBezTo>
                  <a:pt x="15464" y="17305"/>
                  <a:pt x="15464" y="17305"/>
                  <a:pt x="15464" y="17182"/>
                </a:cubicBezTo>
                <a:cubicBezTo>
                  <a:pt x="16077" y="17550"/>
                  <a:pt x="16691" y="17918"/>
                  <a:pt x="17182" y="18286"/>
                </a:cubicBezTo>
                <a:cubicBezTo>
                  <a:pt x="16200" y="19145"/>
                  <a:pt x="14973" y="19759"/>
                  <a:pt x="13745" y="20127"/>
                </a:cubicBezTo>
                <a:moveTo>
                  <a:pt x="17795" y="17673"/>
                </a:moveTo>
                <a:cubicBezTo>
                  <a:pt x="17305" y="17182"/>
                  <a:pt x="16568" y="16691"/>
                  <a:pt x="15832" y="16323"/>
                </a:cubicBezTo>
                <a:cubicBezTo>
                  <a:pt x="15832" y="16323"/>
                  <a:pt x="15832" y="16200"/>
                  <a:pt x="15955" y="16200"/>
                </a:cubicBezTo>
                <a:cubicBezTo>
                  <a:pt x="16077" y="15464"/>
                  <a:pt x="16323" y="14605"/>
                  <a:pt x="16445" y="13868"/>
                </a:cubicBezTo>
                <a:cubicBezTo>
                  <a:pt x="16445" y="13745"/>
                  <a:pt x="16445" y="13623"/>
                  <a:pt x="16445" y="13500"/>
                </a:cubicBezTo>
                <a:cubicBezTo>
                  <a:pt x="16568" y="13132"/>
                  <a:pt x="16568" y="12886"/>
                  <a:pt x="16568" y="12518"/>
                </a:cubicBezTo>
                <a:cubicBezTo>
                  <a:pt x="16568" y="12395"/>
                  <a:pt x="16691" y="12273"/>
                  <a:pt x="16691" y="12150"/>
                </a:cubicBezTo>
                <a:cubicBezTo>
                  <a:pt x="16691" y="11905"/>
                  <a:pt x="16691" y="11536"/>
                  <a:pt x="16691" y="11291"/>
                </a:cubicBezTo>
                <a:cubicBezTo>
                  <a:pt x="20618" y="11291"/>
                  <a:pt x="20618" y="11291"/>
                  <a:pt x="20618" y="11291"/>
                </a:cubicBezTo>
                <a:cubicBezTo>
                  <a:pt x="20495" y="13745"/>
                  <a:pt x="19391" y="15955"/>
                  <a:pt x="17795" y="17673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sz="1200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E0BD8-1F06-A963-94E9-74F7B917D9C2}"/>
              </a:ext>
            </a:extLst>
          </p:cNvPr>
          <p:cNvSpPr txBox="1"/>
          <p:nvPr userDrawn="1"/>
        </p:nvSpPr>
        <p:spPr>
          <a:xfrm>
            <a:off x="9006554" y="4009661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6E79-E274-B252-B020-9CE2C95F43D6}"/>
              </a:ext>
            </a:extLst>
          </p:cNvPr>
          <p:cNvSpPr txBox="1"/>
          <p:nvPr userDrawn="1"/>
        </p:nvSpPr>
        <p:spPr>
          <a:xfrm>
            <a:off x="9006554" y="453366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E14618F5-A28E-E0FB-2966-A51E3313DC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8" y="4156637"/>
            <a:ext cx="3008044" cy="1361536"/>
          </a:xfrm>
          <a:prstGeom prst="rect">
            <a:avLst/>
          </a:prstGeom>
        </p:spPr>
      </p:pic>
      <p:sp>
        <p:nvSpPr>
          <p:cNvPr id="62" name="Graphic 25">
            <a:extLst>
              <a:ext uri="{FF2B5EF4-FFF2-40B4-BE49-F238E27FC236}">
                <a16:creationId xmlns:a16="http://schemas.microsoft.com/office/drawing/2014/main" id="{DD13E9CF-64A1-46FB-7BE9-BE4D0D39AFB8}"/>
              </a:ext>
            </a:extLst>
          </p:cNvPr>
          <p:cNvSpPr/>
          <p:nvPr userDrawn="1"/>
        </p:nvSpPr>
        <p:spPr>
          <a:xfrm>
            <a:off x="8634610" y="4071518"/>
            <a:ext cx="219456" cy="219456"/>
          </a:xfrm>
          <a:custGeom>
            <a:avLst/>
            <a:gdLst>
              <a:gd name="connsiteX0" fmla="*/ 203210 w 219456"/>
              <a:gd name="connsiteY0" fmla="*/ 0 h 219456"/>
              <a:gd name="connsiteX1" fmla="*/ 16185 w 219456"/>
              <a:gd name="connsiteY1" fmla="*/ 0 h 219456"/>
              <a:gd name="connsiteX2" fmla="*/ 0 w 219456"/>
              <a:gd name="connsiteY2" fmla="*/ 15819 h 219456"/>
              <a:gd name="connsiteX3" fmla="*/ 0 w 219456"/>
              <a:gd name="connsiteY3" fmla="*/ 203622 h 219456"/>
              <a:gd name="connsiteX4" fmla="*/ 16185 w 219456"/>
              <a:gd name="connsiteY4" fmla="*/ 219456 h 219456"/>
              <a:gd name="connsiteX5" fmla="*/ 203210 w 219456"/>
              <a:gd name="connsiteY5" fmla="*/ 219456 h 219456"/>
              <a:gd name="connsiteX6" fmla="*/ 219456 w 219456"/>
              <a:gd name="connsiteY6" fmla="*/ 203622 h 219456"/>
              <a:gd name="connsiteX7" fmla="*/ 219456 w 219456"/>
              <a:gd name="connsiteY7" fmla="*/ 15819 h 219456"/>
              <a:gd name="connsiteX8" fmla="*/ 203210 w 219456"/>
              <a:gd name="connsiteY8" fmla="*/ 0 h 219456"/>
              <a:gd name="connsiteX9" fmla="*/ 65090 w 219456"/>
              <a:gd name="connsiteY9" fmla="*/ 187010 h 219456"/>
              <a:gd name="connsiteX10" fmla="*/ 32537 w 219456"/>
              <a:gd name="connsiteY10" fmla="*/ 187010 h 219456"/>
              <a:gd name="connsiteX11" fmla="*/ 32537 w 219456"/>
              <a:gd name="connsiteY11" fmla="*/ 82281 h 219456"/>
              <a:gd name="connsiteX12" fmla="*/ 65090 w 219456"/>
              <a:gd name="connsiteY12" fmla="*/ 82281 h 219456"/>
              <a:gd name="connsiteX13" fmla="*/ 65090 w 219456"/>
              <a:gd name="connsiteY13" fmla="*/ 187010 h 219456"/>
              <a:gd name="connsiteX14" fmla="*/ 48814 w 219456"/>
              <a:gd name="connsiteY14" fmla="*/ 67955 h 219456"/>
              <a:gd name="connsiteX15" fmla="*/ 29931 w 219456"/>
              <a:gd name="connsiteY15" fmla="*/ 49088 h 219456"/>
              <a:gd name="connsiteX16" fmla="*/ 48814 w 219456"/>
              <a:gd name="connsiteY16" fmla="*/ 30221 h 219456"/>
              <a:gd name="connsiteX17" fmla="*/ 67681 w 219456"/>
              <a:gd name="connsiteY17" fmla="*/ 49088 h 219456"/>
              <a:gd name="connsiteX18" fmla="*/ 48814 w 219456"/>
              <a:gd name="connsiteY18" fmla="*/ 67955 h 219456"/>
              <a:gd name="connsiteX19" fmla="*/ 186995 w 219456"/>
              <a:gd name="connsiteY19" fmla="*/ 187010 h 219456"/>
              <a:gd name="connsiteX20" fmla="*/ 154473 w 219456"/>
              <a:gd name="connsiteY20" fmla="*/ 187010 h 219456"/>
              <a:gd name="connsiteX21" fmla="*/ 154473 w 219456"/>
              <a:gd name="connsiteY21" fmla="*/ 136078 h 219456"/>
              <a:gd name="connsiteX22" fmla="*/ 137556 w 219456"/>
              <a:gd name="connsiteY22" fmla="*/ 108311 h 219456"/>
              <a:gd name="connsiteX23" fmla="*/ 118019 w 219456"/>
              <a:gd name="connsiteY23" fmla="*/ 135194 h 219456"/>
              <a:gd name="connsiteX24" fmla="*/ 118019 w 219456"/>
              <a:gd name="connsiteY24" fmla="*/ 187010 h 219456"/>
              <a:gd name="connsiteX25" fmla="*/ 85496 w 219456"/>
              <a:gd name="connsiteY25" fmla="*/ 187010 h 219456"/>
              <a:gd name="connsiteX26" fmla="*/ 85496 w 219456"/>
              <a:gd name="connsiteY26" fmla="*/ 82281 h 219456"/>
              <a:gd name="connsiteX27" fmla="*/ 116723 w 219456"/>
              <a:gd name="connsiteY27" fmla="*/ 82281 h 219456"/>
              <a:gd name="connsiteX28" fmla="*/ 116723 w 219456"/>
              <a:gd name="connsiteY28" fmla="*/ 96591 h 219456"/>
              <a:gd name="connsiteX29" fmla="*/ 117150 w 219456"/>
              <a:gd name="connsiteY29" fmla="*/ 96591 h 219456"/>
              <a:gd name="connsiteX30" fmla="*/ 147950 w 219456"/>
              <a:gd name="connsiteY30" fmla="*/ 79675 h 219456"/>
              <a:gd name="connsiteX31" fmla="*/ 186995 w 219456"/>
              <a:gd name="connsiteY31" fmla="*/ 129555 h 219456"/>
              <a:gd name="connsiteX32" fmla="*/ 186995 w 219456"/>
              <a:gd name="connsiteY32" fmla="*/ 187010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9456" h="219456">
                <a:moveTo>
                  <a:pt x="203210" y="0"/>
                </a:moveTo>
                <a:lnTo>
                  <a:pt x="16185" y="0"/>
                </a:lnTo>
                <a:cubicBezTo>
                  <a:pt x="7254" y="0"/>
                  <a:pt x="0" y="7087"/>
                  <a:pt x="0" y="15819"/>
                </a:cubicBezTo>
                <a:lnTo>
                  <a:pt x="0" y="203622"/>
                </a:lnTo>
                <a:cubicBezTo>
                  <a:pt x="0" y="212369"/>
                  <a:pt x="7254" y="219456"/>
                  <a:pt x="16185" y="219456"/>
                </a:cubicBezTo>
                <a:lnTo>
                  <a:pt x="203210" y="219456"/>
                </a:lnTo>
                <a:cubicBezTo>
                  <a:pt x="212156" y="219456"/>
                  <a:pt x="219456" y="212369"/>
                  <a:pt x="219456" y="203622"/>
                </a:cubicBezTo>
                <a:lnTo>
                  <a:pt x="219456" y="15819"/>
                </a:lnTo>
                <a:cubicBezTo>
                  <a:pt x="219456" y="7087"/>
                  <a:pt x="212156" y="0"/>
                  <a:pt x="203210" y="0"/>
                </a:cubicBezTo>
                <a:close/>
                <a:moveTo>
                  <a:pt x="65090" y="187010"/>
                </a:moveTo>
                <a:lnTo>
                  <a:pt x="32537" y="187010"/>
                </a:lnTo>
                <a:lnTo>
                  <a:pt x="32537" y="82281"/>
                </a:lnTo>
                <a:lnTo>
                  <a:pt x="65090" y="82281"/>
                </a:lnTo>
                <a:lnTo>
                  <a:pt x="65090" y="187010"/>
                </a:lnTo>
                <a:close/>
                <a:moveTo>
                  <a:pt x="48814" y="67955"/>
                </a:moveTo>
                <a:cubicBezTo>
                  <a:pt x="38390" y="67955"/>
                  <a:pt x="29931" y="59497"/>
                  <a:pt x="29931" y="49088"/>
                </a:cubicBezTo>
                <a:cubicBezTo>
                  <a:pt x="29931" y="38679"/>
                  <a:pt x="38390" y="30221"/>
                  <a:pt x="48814" y="30221"/>
                </a:cubicBezTo>
                <a:cubicBezTo>
                  <a:pt x="59238" y="30221"/>
                  <a:pt x="67681" y="38679"/>
                  <a:pt x="67681" y="49088"/>
                </a:cubicBezTo>
                <a:cubicBezTo>
                  <a:pt x="67681" y="59497"/>
                  <a:pt x="59223" y="67955"/>
                  <a:pt x="48814" y="67955"/>
                </a:cubicBezTo>
                <a:close/>
                <a:moveTo>
                  <a:pt x="186995" y="187010"/>
                </a:moveTo>
                <a:lnTo>
                  <a:pt x="154473" y="187010"/>
                </a:lnTo>
                <a:lnTo>
                  <a:pt x="154473" y="136078"/>
                </a:lnTo>
                <a:cubicBezTo>
                  <a:pt x="154473" y="123932"/>
                  <a:pt x="154244" y="108311"/>
                  <a:pt x="137556" y="108311"/>
                </a:cubicBezTo>
                <a:cubicBezTo>
                  <a:pt x="120868" y="108311"/>
                  <a:pt x="118019" y="121539"/>
                  <a:pt x="118019" y="135194"/>
                </a:cubicBezTo>
                <a:lnTo>
                  <a:pt x="118019" y="187010"/>
                </a:lnTo>
                <a:lnTo>
                  <a:pt x="85496" y="187010"/>
                </a:lnTo>
                <a:lnTo>
                  <a:pt x="85496" y="82281"/>
                </a:lnTo>
                <a:lnTo>
                  <a:pt x="116723" y="82281"/>
                </a:lnTo>
                <a:lnTo>
                  <a:pt x="116723" y="96591"/>
                </a:lnTo>
                <a:lnTo>
                  <a:pt x="117150" y="96591"/>
                </a:lnTo>
                <a:cubicBezTo>
                  <a:pt x="121509" y="88346"/>
                  <a:pt x="132116" y="79675"/>
                  <a:pt x="147950" y="79675"/>
                </a:cubicBezTo>
                <a:cubicBezTo>
                  <a:pt x="180914" y="79675"/>
                  <a:pt x="186995" y="101361"/>
                  <a:pt x="186995" y="129555"/>
                </a:cubicBezTo>
                <a:lnTo>
                  <a:pt x="186995" y="187010"/>
                </a:lnTo>
                <a:close/>
              </a:path>
            </a:pathLst>
          </a:custGeom>
          <a:solidFill>
            <a:srgbClr val="CD172D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303">
            <a:extLst>
              <a:ext uri="{FF2B5EF4-FFF2-40B4-BE49-F238E27FC236}">
                <a16:creationId xmlns:a16="http://schemas.microsoft.com/office/drawing/2014/main" id="{2359E98E-8F51-F71A-D91D-F147004F5E09}"/>
              </a:ext>
            </a:extLst>
          </p:cNvPr>
          <p:cNvSpPr>
            <a:spLocks/>
          </p:cNvSpPr>
          <p:nvPr userDrawn="1"/>
        </p:nvSpPr>
        <p:spPr bwMode="auto">
          <a:xfrm>
            <a:off x="8680961" y="4582676"/>
            <a:ext cx="127722" cy="245142"/>
          </a:xfrm>
          <a:custGeom>
            <a:avLst/>
            <a:gdLst>
              <a:gd name="T0" fmla="*/ 325 w 325"/>
              <a:gd name="T1" fmla="*/ 104 h 626"/>
              <a:gd name="T2" fmla="*/ 266 w 325"/>
              <a:gd name="T3" fmla="*/ 104 h 626"/>
              <a:gd name="T4" fmla="*/ 211 w 325"/>
              <a:gd name="T5" fmla="*/ 158 h 626"/>
              <a:gd name="T6" fmla="*/ 211 w 325"/>
              <a:gd name="T7" fmla="*/ 229 h 626"/>
              <a:gd name="T8" fmla="*/ 321 w 325"/>
              <a:gd name="T9" fmla="*/ 229 h 626"/>
              <a:gd name="T10" fmla="*/ 321 w 325"/>
              <a:gd name="T11" fmla="*/ 340 h 626"/>
              <a:gd name="T12" fmla="*/ 211 w 325"/>
              <a:gd name="T13" fmla="*/ 340 h 626"/>
              <a:gd name="T14" fmla="*/ 211 w 325"/>
              <a:gd name="T15" fmla="*/ 626 h 626"/>
              <a:gd name="T16" fmla="*/ 96 w 325"/>
              <a:gd name="T17" fmla="*/ 626 h 626"/>
              <a:gd name="T18" fmla="*/ 96 w 325"/>
              <a:gd name="T19" fmla="*/ 340 h 626"/>
              <a:gd name="T20" fmla="*/ 0 w 325"/>
              <a:gd name="T21" fmla="*/ 340 h 626"/>
              <a:gd name="T22" fmla="*/ 0 w 325"/>
              <a:gd name="T23" fmla="*/ 229 h 626"/>
              <a:gd name="T24" fmla="*/ 96 w 325"/>
              <a:gd name="T25" fmla="*/ 229 h 626"/>
              <a:gd name="T26" fmla="*/ 96 w 325"/>
              <a:gd name="T27" fmla="*/ 147 h 626"/>
              <a:gd name="T28" fmla="*/ 239 w 325"/>
              <a:gd name="T29" fmla="*/ 0 h 626"/>
              <a:gd name="T30" fmla="*/ 325 w 325"/>
              <a:gd name="T31" fmla="*/ 0 h 626"/>
              <a:gd name="T32" fmla="*/ 325 w 325"/>
              <a:gd name="T33" fmla="*/ 10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5" h="626">
                <a:moveTo>
                  <a:pt x="325" y="104"/>
                </a:moveTo>
                <a:lnTo>
                  <a:pt x="266" y="104"/>
                </a:lnTo>
                <a:cubicBezTo>
                  <a:pt x="220" y="104"/>
                  <a:pt x="211" y="126"/>
                  <a:pt x="211" y="158"/>
                </a:cubicBezTo>
                <a:lnTo>
                  <a:pt x="211" y="229"/>
                </a:lnTo>
                <a:lnTo>
                  <a:pt x="321" y="229"/>
                </a:lnTo>
                <a:lnTo>
                  <a:pt x="321" y="340"/>
                </a:lnTo>
                <a:lnTo>
                  <a:pt x="211" y="340"/>
                </a:lnTo>
                <a:lnTo>
                  <a:pt x="211" y="626"/>
                </a:lnTo>
                <a:lnTo>
                  <a:pt x="96" y="626"/>
                </a:lnTo>
                <a:lnTo>
                  <a:pt x="96" y="340"/>
                </a:lnTo>
                <a:lnTo>
                  <a:pt x="0" y="340"/>
                </a:lnTo>
                <a:lnTo>
                  <a:pt x="0" y="229"/>
                </a:lnTo>
                <a:lnTo>
                  <a:pt x="96" y="229"/>
                </a:lnTo>
                <a:lnTo>
                  <a:pt x="96" y="147"/>
                </a:lnTo>
                <a:cubicBezTo>
                  <a:pt x="96" y="52"/>
                  <a:pt x="154" y="0"/>
                  <a:pt x="239" y="0"/>
                </a:cubicBezTo>
                <a:lnTo>
                  <a:pt x="325" y="0"/>
                </a:lnTo>
                <a:lnTo>
                  <a:pt x="325" y="104"/>
                </a:lnTo>
                <a:close/>
              </a:path>
            </a:pathLst>
          </a:custGeom>
          <a:solidFill>
            <a:srgbClr val="CD172D"/>
          </a:solidFill>
          <a:ln>
            <a:noFill/>
          </a:ln>
        </p:spPr>
        <p:txBody>
          <a:bodyPr vert="horz" wrap="square" lIns="146078" tIns="73039" rIns="146078" bIns="73039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06096-6AB4-2B35-4B38-5FF7EA787FD7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6F5F-4792-9ECE-C7AC-8E75EC25F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D56B-5F1E-7FDC-98AA-E99244B5D55C}"/>
              </a:ext>
            </a:extLst>
          </p:cNvPr>
          <p:cNvSpPr txBox="1"/>
          <p:nvPr userDrawn="1"/>
        </p:nvSpPr>
        <p:spPr>
          <a:xfrm>
            <a:off x="708211" y="6532066"/>
            <a:ext cx="503980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A74A-7E39-4472-C72F-31CA890A964E}"/>
              </a:ext>
            </a:extLst>
          </p:cNvPr>
          <p:cNvSpPr txBox="1"/>
          <p:nvPr userDrawn="1"/>
        </p:nvSpPr>
        <p:spPr>
          <a:xfrm>
            <a:off x="8996255" y="504560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@OpeniTInc</a:t>
            </a:r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4D0A1DF4-1217-2405-AF99-7EEBB16DE1CE}"/>
              </a:ext>
            </a:extLst>
          </p:cNvPr>
          <p:cNvSpPr/>
          <p:nvPr userDrawn="1"/>
        </p:nvSpPr>
        <p:spPr>
          <a:xfrm>
            <a:off x="8620666" y="5148939"/>
            <a:ext cx="240317" cy="180464"/>
          </a:xfrm>
          <a:custGeom>
            <a:avLst/>
            <a:gdLst>
              <a:gd name="connsiteX0" fmla="*/ 354902 w 356712"/>
              <a:gd name="connsiteY0" fmla="*/ 72683 h 267870"/>
              <a:gd name="connsiteX1" fmla="*/ 347282 w 356712"/>
              <a:gd name="connsiteY1" fmla="*/ 33726 h 267870"/>
              <a:gd name="connsiteX2" fmla="*/ 307754 w 356712"/>
              <a:gd name="connsiteY2" fmla="*/ 4294 h 267870"/>
              <a:gd name="connsiteX3" fmla="*/ 256223 w 356712"/>
              <a:gd name="connsiteY3" fmla="*/ 1341 h 267870"/>
              <a:gd name="connsiteX4" fmla="*/ 151163 w 356712"/>
              <a:gd name="connsiteY4" fmla="*/ 8 h 267870"/>
              <a:gd name="connsiteX5" fmla="*/ 74867 w 356712"/>
              <a:gd name="connsiteY5" fmla="*/ 2389 h 267870"/>
              <a:gd name="connsiteX6" fmla="*/ 45054 w 356712"/>
              <a:gd name="connsiteY6" fmla="*/ 4770 h 267870"/>
              <a:gd name="connsiteX7" fmla="*/ 10574 w 356712"/>
              <a:gd name="connsiteY7" fmla="*/ 31916 h 267870"/>
              <a:gd name="connsiteX8" fmla="*/ 2192 w 356712"/>
              <a:gd name="connsiteY8" fmla="*/ 70302 h 267870"/>
              <a:gd name="connsiteX9" fmla="*/ 382 w 356712"/>
              <a:gd name="connsiteY9" fmla="*/ 162409 h 267870"/>
              <a:gd name="connsiteX10" fmla="*/ 5049 w 356712"/>
              <a:gd name="connsiteY10" fmla="*/ 217749 h 267870"/>
              <a:gd name="connsiteX11" fmla="*/ 9335 w 356712"/>
              <a:gd name="connsiteY11" fmla="*/ 232227 h 267870"/>
              <a:gd name="connsiteX12" fmla="*/ 44864 w 356712"/>
              <a:gd name="connsiteY12" fmla="*/ 262231 h 267870"/>
              <a:gd name="connsiteX13" fmla="*/ 77725 w 356712"/>
              <a:gd name="connsiteY13" fmla="*/ 265374 h 267870"/>
              <a:gd name="connsiteX14" fmla="*/ 207265 w 356712"/>
              <a:gd name="connsiteY14" fmla="*/ 267755 h 267870"/>
              <a:gd name="connsiteX15" fmla="*/ 291466 w 356712"/>
              <a:gd name="connsiteY15" fmla="*/ 264803 h 267870"/>
              <a:gd name="connsiteX16" fmla="*/ 314612 w 356712"/>
              <a:gd name="connsiteY16" fmla="*/ 262231 h 267870"/>
              <a:gd name="connsiteX17" fmla="*/ 346235 w 356712"/>
              <a:gd name="connsiteY17" fmla="*/ 235847 h 267870"/>
              <a:gd name="connsiteX18" fmla="*/ 354902 w 356712"/>
              <a:gd name="connsiteY18" fmla="*/ 195080 h 267870"/>
              <a:gd name="connsiteX19" fmla="*/ 356712 w 356712"/>
              <a:gd name="connsiteY19" fmla="*/ 168791 h 267870"/>
              <a:gd name="connsiteX20" fmla="*/ 356712 w 356712"/>
              <a:gd name="connsiteY20" fmla="*/ 98972 h 267870"/>
              <a:gd name="connsiteX21" fmla="*/ 354902 w 356712"/>
              <a:gd name="connsiteY21" fmla="*/ 72683 h 267870"/>
              <a:gd name="connsiteX22" fmla="*/ 241460 w 356712"/>
              <a:gd name="connsiteY22" fmla="*/ 135834 h 267870"/>
              <a:gd name="connsiteX23" fmla="*/ 138018 w 356712"/>
              <a:gd name="connsiteY23" fmla="*/ 197937 h 267870"/>
              <a:gd name="connsiteX24" fmla="*/ 135065 w 356712"/>
              <a:gd name="connsiteY24" fmla="*/ 198985 h 267870"/>
              <a:gd name="connsiteX25" fmla="*/ 134303 w 356712"/>
              <a:gd name="connsiteY25" fmla="*/ 195651 h 267870"/>
              <a:gd name="connsiteX26" fmla="*/ 134303 w 356712"/>
              <a:gd name="connsiteY26" fmla="*/ 71921 h 267870"/>
              <a:gd name="connsiteX27" fmla="*/ 138018 w 356712"/>
              <a:gd name="connsiteY27" fmla="*/ 69826 h 267870"/>
              <a:gd name="connsiteX28" fmla="*/ 241460 w 356712"/>
              <a:gd name="connsiteY28" fmla="*/ 131929 h 267870"/>
              <a:gd name="connsiteX29" fmla="*/ 241460 w 356712"/>
              <a:gd name="connsiteY29" fmla="*/ 135834 h 26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6712" h="267870">
                <a:moveTo>
                  <a:pt x="354902" y="72683"/>
                </a:moveTo>
                <a:cubicBezTo>
                  <a:pt x="354140" y="59539"/>
                  <a:pt x="352235" y="46109"/>
                  <a:pt x="347282" y="33726"/>
                </a:cubicBezTo>
                <a:cubicBezTo>
                  <a:pt x="340139" y="15819"/>
                  <a:pt x="326708" y="6389"/>
                  <a:pt x="307754" y="4294"/>
                </a:cubicBezTo>
                <a:cubicBezTo>
                  <a:pt x="290704" y="2389"/>
                  <a:pt x="273273" y="2103"/>
                  <a:pt x="256223" y="1341"/>
                </a:cubicBezTo>
                <a:cubicBezTo>
                  <a:pt x="221171" y="-183"/>
                  <a:pt x="186215" y="8"/>
                  <a:pt x="151163" y="8"/>
                </a:cubicBezTo>
                <a:cubicBezTo>
                  <a:pt x="125636" y="293"/>
                  <a:pt x="100394" y="1055"/>
                  <a:pt x="74867" y="2389"/>
                </a:cubicBezTo>
                <a:cubicBezTo>
                  <a:pt x="65057" y="2960"/>
                  <a:pt x="55055" y="3151"/>
                  <a:pt x="45054" y="4770"/>
                </a:cubicBezTo>
                <a:cubicBezTo>
                  <a:pt x="29052" y="7913"/>
                  <a:pt x="17146" y="16581"/>
                  <a:pt x="10574" y="31916"/>
                </a:cubicBezTo>
                <a:cubicBezTo>
                  <a:pt x="5335" y="44299"/>
                  <a:pt x="3525" y="57158"/>
                  <a:pt x="2192" y="70302"/>
                </a:cubicBezTo>
                <a:cubicBezTo>
                  <a:pt x="-475" y="100877"/>
                  <a:pt x="-190" y="131643"/>
                  <a:pt x="382" y="162409"/>
                </a:cubicBezTo>
                <a:cubicBezTo>
                  <a:pt x="572" y="180887"/>
                  <a:pt x="1620" y="199271"/>
                  <a:pt x="5049" y="217749"/>
                </a:cubicBezTo>
                <a:cubicBezTo>
                  <a:pt x="6097" y="222702"/>
                  <a:pt x="7430" y="227465"/>
                  <a:pt x="9335" y="232227"/>
                </a:cubicBezTo>
                <a:cubicBezTo>
                  <a:pt x="15050" y="249277"/>
                  <a:pt x="27433" y="258802"/>
                  <a:pt x="44864" y="262231"/>
                </a:cubicBezTo>
                <a:cubicBezTo>
                  <a:pt x="55627" y="264326"/>
                  <a:pt x="66676" y="265088"/>
                  <a:pt x="77725" y="265374"/>
                </a:cubicBezTo>
                <a:cubicBezTo>
                  <a:pt x="120873" y="267184"/>
                  <a:pt x="164021" y="268232"/>
                  <a:pt x="207265" y="267755"/>
                </a:cubicBezTo>
                <a:cubicBezTo>
                  <a:pt x="235364" y="267184"/>
                  <a:pt x="263558" y="266422"/>
                  <a:pt x="291466" y="264803"/>
                </a:cubicBezTo>
                <a:cubicBezTo>
                  <a:pt x="299086" y="264326"/>
                  <a:pt x="306992" y="264041"/>
                  <a:pt x="314612" y="262231"/>
                </a:cubicBezTo>
                <a:cubicBezTo>
                  <a:pt x="329375" y="258516"/>
                  <a:pt x="340139" y="250134"/>
                  <a:pt x="346235" y="235847"/>
                </a:cubicBezTo>
                <a:cubicBezTo>
                  <a:pt x="351950" y="222988"/>
                  <a:pt x="353855" y="208986"/>
                  <a:pt x="354902" y="195080"/>
                </a:cubicBezTo>
                <a:cubicBezTo>
                  <a:pt x="355379" y="186126"/>
                  <a:pt x="356236" y="177458"/>
                  <a:pt x="356712" y="168791"/>
                </a:cubicBezTo>
                <a:lnTo>
                  <a:pt x="356712" y="98972"/>
                </a:lnTo>
                <a:cubicBezTo>
                  <a:pt x="356236" y="90305"/>
                  <a:pt x="355379" y="81637"/>
                  <a:pt x="354902" y="72683"/>
                </a:cubicBezTo>
                <a:close/>
                <a:moveTo>
                  <a:pt x="241460" y="135834"/>
                </a:moveTo>
                <a:cubicBezTo>
                  <a:pt x="206979" y="156694"/>
                  <a:pt x="172499" y="177173"/>
                  <a:pt x="138018" y="197937"/>
                </a:cubicBezTo>
                <a:cubicBezTo>
                  <a:pt x="137256" y="198509"/>
                  <a:pt x="136113" y="199556"/>
                  <a:pt x="135065" y="198985"/>
                </a:cubicBezTo>
                <a:cubicBezTo>
                  <a:pt x="133827" y="198223"/>
                  <a:pt x="134303" y="196699"/>
                  <a:pt x="134303" y="195651"/>
                </a:cubicBezTo>
                <a:lnTo>
                  <a:pt x="134303" y="71921"/>
                </a:lnTo>
                <a:cubicBezTo>
                  <a:pt x="134303" y="67921"/>
                  <a:pt x="134589" y="67635"/>
                  <a:pt x="138018" y="69826"/>
                </a:cubicBezTo>
                <a:cubicBezTo>
                  <a:pt x="172499" y="90590"/>
                  <a:pt x="206979" y="111069"/>
                  <a:pt x="241460" y="131929"/>
                </a:cubicBezTo>
                <a:cubicBezTo>
                  <a:pt x="244603" y="133739"/>
                  <a:pt x="244603" y="134024"/>
                  <a:pt x="241460" y="135834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EB65-7C16-15CF-1264-214935278286}"/>
              </a:ext>
            </a:extLst>
          </p:cNvPr>
          <p:cNvSpPr txBox="1"/>
          <p:nvPr userDrawn="1"/>
        </p:nvSpPr>
        <p:spPr>
          <a:xfrm>
            <a:off x="5656374" y="3391654"/>
            <a:ext cx="2293384" cy="89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Two Park Ten Place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16300 Katy Freeway Suite 100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Houston, TX 77094</a:t>
            </a:r>
          </a:p>
        </p:txBody>
      </p:sp>
    </p:spTree>
    <p:extLst>
      <p:ext uri="{BB962C8B-B14F-4D97-AF65-F5344CB8AC3E}">
        <p14:creationId xmlns:p14="http://schemas.microsoft.com/office/powerpoint/2010/main" val="73503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Placeholder 22" descr="3D design of a city in white">
            <a:extLst>
              <a:ext uri="{FF2B5EF4-FFF2-40B4-BE49-F238E27FC236}">
                <a16:creationId xmlns:a16="http://schemas.microsoft.com/office/drawing/2014/main" id="{5D2548E1-4EBD-91F5-EDE7-9BBB3D6413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539752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846D13-6AE0-C2A6-E408-D27EF9E6A9E1}"/>
              </a:ext>
            </a:extLst>
          </p:cNvPr>
          <p:cNvSpPr/>
          <p:nvPr userDrawn="1"/>
        </p:nvSpPr>
        <p:spPr>
          <a:xfrm>
            <a:off x="4401315" y="1697300"/>
            <a:ext cx="6961609" cy="42828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86035-DCEC-7C25-3B75-43E52E785C93}"/>
              </a:ext>
            </a:extLst>
          </p:cNvPr>
          <p:cNvSpPr txBox="1"/>
          <p:nvPr userDrawn="1"/>
        </p:nvSpPr>
        <p:spPr>
          <a:xfrm>
            <a:off x="5656374" y="4429351"/>
            <a:ext cx="229026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+47 22 20 40 50</a:t>
            </a:r>
            <a:endParaRPr lang="en-US" sz="1200" dirty="0">
              <a:solidFill>
                <a:schemeClr val="tx1"/>
              </a:solidFill>
              <a:latin typeface="+mj-lt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C86CAF21-9244-5E84-F1EF-DACA98ED01A3}"/>
              </a:ext>
            </a:extLst>
          </p:cNvPr>
          <p:cNvSpPr/>
          <p:nvPr userDrawn="1"/>
        </p:nvSpPr>
        <p:spPr>
          <a:xfrm>
            <a:off x="5196963" y="5157943"/>
            <a:ext cx="257999" cy="187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859" y="0"/>
                  <a:pt x="0" y="1181"/>
                  <a:pt x="0" y="270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0" y="20419"/>
                  <a:pt x="859" y="21600"/>
                  <a:pt x="1964" y="21600"/>
                </a:cubicBezTo>
                <a:cubicBezTo>
                  <a:pt x="19636" y="21600"/>
                  <a:pt x="19636" y="21600"/>
                  <a:pt x="19636" y="21600"/>
                </a:cubicBezTo>
                <a:cubicBezTo>
                  <a:pt x="20741" y="21600"/>
                  <a:pt x="21600" y="20419"/>
                  <a:pt x="21600" y="18900"/>
                </a:cubicBezTo>
                <a:cubicBezTo>
                  <a:pt x="21600" y="2700"/>
                  <a:pt x="21600" y="2700"/>
                  <a:pt x="21600" y="2700"/>
                </a:cubicBezTo>
                <a:cubicBezTo>
                  <a:pt x="21600" y="1181"/>
                  <a:pt x="20741" y="0"/>
                  <a:pt x="19636" y="0"/>
                </a:cubicBezTo>
                <a:moveTo>
                  <a:pt x="1964" y="1350"/>
                </a:moveTo>
                <a:cubicBezTo>
                  <a:pt x="19636" y="1350"/>
                  <a:pt x="19636" y="1350"/>
                  <a:pt x="19636" y="1350"/>
                </a:cubicBezTo>
                <a:cubicBezTo>
                  <a:pt x="19759" y="1350"/>
                  <a:pt x="19882" y="1350"/>
                  <a:pt x="20005" y="1350"/>
                </a:cubicBezTo>
                <a:cubicBezTo>
                  <a:pt x="11414" y="13163"/>
                  <a:pt x="11414" y="13163"/>
                  <a:pt x="11414" y="13163"/>
                </a:cubicBezTo>
                <a:cubicBezTo>
                  <a:pt x="11291" y="13331"/>
                  <a:pt x="11045" y="13500"/>
                  <a:pt x="10800" y="13500"/>
                </a:cubicBezTo>
                <a:cubicBezTo>
                  <a:pt x="10555" y="13500"/>
                  <a:pt x="10309" y="13331"/>
                  <a:pt x="10186" y="13163"/>
                </a:cubicBezTo>
                <a:cubicBezTo>
                  <a:pt x="1595" y="1350"/>
                  <a:pt x="1595" y="1350"/>
                  <a:pt x="1595" y="1350"/>
                </a:cubicBezTo>
                <a:cubicBezTo>
                  <a:pt x="1718" y="1350"/>
                  <a:pt x="1841" y="1350"/>
                  <a:pt x="1964" y="1350"/>
                </a:cubicBezTo>
                <a:moveTo>
                  <a:pt x="982" y="18900"/>
                </a:moveTo>
                <a:cubicBezTo>
                  <a:pt x="982" y="2700"/>
                  <a:pt x="982" y="2700"/>
                  <a:pt x="982" y="2700"/>
                </a:cubicBezTo>
                <a:cubicBezTo>
                  <a:pt x="982" y="2700"/>
                  <a:pt x="982" y="2531"/>
                  <a:pt x="982" y="2531"/>
                </a:cubicBezTo>
                <a:cubicBezTo>
                  <a:pt x="7118" y="10800"/>
                  <a:pt x="7118" y="10800"/>
                  <a:pt x="7118" y="10800"/>
                </a:cubicBezTo>
                <a:cubicBezTo>
                  <a:pt x="982" y="19069"/>
                  <a:pt x="982" y="19069"/>
                  <a:pt x="982" y="19069"/>
                </a:cubicBezTo>
                <a:cubicBezTo>
                  <a:pt x="982" y="19069"/>
                  <a:pt x="982" y="18900"/>
                  <a:pt x="982" y="18900"/>
                </a:cubicBezTo>
                <a:moveTo>
                  <a:pt x="19636" y="20250"/>
                </a:moveTo>
                <a:cubicBezTo>
                  <a:pt x="1964" y="20250"/>
                  <a:pt x="1964" y="20250"/>
                  <a:pt x="1964" y="20250"/>
                </a:cubicBezTo>
                <a:cubicBezTo>
                  <a:pt x="1841" y="20250"/>
                  <a:pt x="1718" y="20250"/>
                  <a:pt x="1595" y="20250"/>
                </a:cubicBezTo>
                <a:cubicBezTo>
                  <a:pt x="7732" y="11812"/>
                  <a:pt x="7732" y="11812"/>
                  <a:pt x="7732" y="11812"/>
                </a:cubicBezTo>
                <a:cubicBezTo>
                  <a:pt x="9450" y="14006"/>
                  <a:pt x="9450" y="14006"/>
                  <a:pt x="9450" y="14006"/>
                </a:cubicBezTo>
                <a:cubicBezTo>
                  <a:pt x="9818" y="14512"/>
                  <a:pt x="10309" y="14850"/>
                  <a:pt x="10800" y="14850"/>
                </a:cubicBezTo>
                <a:cubicBezTo>
                  <a:pt x="11291" y="14850"/>
                  <a:pt x="11782" y="14512"/>
                  <a:pt x="12150" y="14006"/>
                </a:cubicBezTo>
                <a:cubicBezTo>
                  <a:pt x="13868" y="11812"/>
                  <a:pt x="13868" y="11812"/>
                  <a:pt x="13868" y="11812"/>
                </a:cubicBezTo>
                <a:cubicBezTo>
                  <a:pt x="20005" y="20250"/>
                  <a:pt x="20005" y="20250"/>
                  <a:pt x="20005" y="20250"/>
                </a:cubicBezTo>
                <a:cubicBezTo>
                  <a:pt x="19882" y="20250"/>
                  <a:pt x="19759" y="20250"/>
                  <a:pt x="19636" y="20250"/>
                </a:cubicBezTo>
                <a:moveTo>
                  <a:pt x="20618" y="18900"/>
                </a:moveTo>
                <a:cubicBezTo>
                  <a:pt x="20618" y="18900"/>
                  <a:pt x="20618" y="19069"/>
                  <a:pt x="20618" y="19069"/>
                </a:cubicBezTo>
                <a:cubicBezTo>
                  <a:pt x="14482" y="10800"/>
                  <a:pt x="14482" y="10800"/>
                  <a:pt x="14482" y="10800"/>
                </a:cubicBezTo>
                <a:cubicBezTo>
                  <a:pt x="20618" y="2531"/>
                  <a:pt x="20618" y="2531"/>
                  <a:pt x="20618" y="2531"/>
                </a:cubicBezTo>
                <a:cubicBezTo>
                  <a:pt x="20618" y="2531"/>
                  <a:pt x="20618" y="2700"/>
                  <a:pt x="20618" y="2700"/>
                </a:cubicBezTo>
                <a:lnTo>
                  <a:pt x="20618" y="18900"/>
                </a:lnTo>
                <a:close/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C3F02CD4-7EA0-3666-41C6-D476A33143D0}"/>
              </a:ext>
            </a:extLst>
          </p:cNvPr>
          <p:cNvSpPr/>
          <p:nvPr userDrawn="1"/>
        </p:nvSpPr>
        <p:spPr>
          <a:xfrm>
            <a:off x="5196963" y="4512598"/>
            <a:ext cx="257999" cy="256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982"/>
                </a:moveTo>
                <a:cubicBezTo>
                  <a:pt x="16691" y="982"/>
                  <a:pt x="20618" y="4909"/>
                  <a:pt x="20618" y="9818"/>
                </a:cubicBezTo>
                <a:cubicBezTo>
                  <a:pt x="20618" y="10064"/>
                  <a:pt x="20864" y="10309"/>
                  <a:pt x="21109" y="10309"/>
                </a:cubicBezTo>
                <a:cubicBezTo>
                  <a:pt x="21355" y="10309"/>
                  <a:pt x="21600" y="10064"/>
                  <a:pt x="21600" y="9818"/>
                </a:cubicBezTo>
                <a:cubicBezTo>
                  <a:pt x="21600" y="4418"/>
                  <a:pt x="17182" y="0"/>
                  <a:pt x="11782" y="0"/>
                </a:cubicBezTo>
                <a:cubicBezTo>
                  <a:pt x="11536" y="0"/>
                  <a:pt x="11291" y="245"/>
                  <a:pt x="11291" y="491"/>
                </a:cubicBezTo>
                <a:cubicBezTo>
                  <a:pt x="11291" y="736"/>
                  <a:pt x="11536" y="982"/>
                  <a:pt x="11782" y="982"/>
                </a:cubicBezTo>
                <a:moveTo>
                  <a:pt x="11782" y="5891"/>
                </a:moveTo>
                <a:cubicBezTo>
                  <a:pt x="13991" y="5891"/>
                  <a:pt x="15709" y="7609"/>
                  <a:pt x="15709" y="9818"/>
                </a:cubicBezTo>
                <a:cubicBezTo>
                  <a:pt x="15709" y="10064"/>
                  <a:pt x="15955" y="10309"/>
                  <a:pt x="16200" y="10309"/>
                </a:cubicBezTo>
                <a:cubicBezTo>
                  <a:pt x="16445" y="10309"/>
                  <a:pt x="16691" y="10064"/>
                  <a:pt x="16691" y="9818"/>
                </a:cubicBezTo>
                <a:cubicBezTo>
                  <a:pt x="16691" y="7118"/>
                  <a:pt x="14482" y="4909"/>
                  <a:pt x="11782" y="4909"/>
                </a:cubicBezTo>
                <a:cubicBezTo>
                  <a:pt x="11536" y="4909"/>
                  <a:pt x="11291" y="5155"/>
                  <a:pt x="11291" y="5400"/>
                </a:cubicBezTo>
                <a:cubicBezTo>
                  <a:pt x="11291" y="5645"/>
                  <a:pt x="11536" y="5891"/>
                  <a:pt x="11782" y="5891"/>
                </a:cubicBezTo>
                <a:moveTo>
                  <a:pt x="11782" y="10800"/>
                </a:moveTo>
                <a:cubicBezTo>
                  <a:pt x="12273" y="10800"/>
                  <a:pt x="12764" y="10309"/>
                  <a:pt x="12764" y="9818"/>
                </a:cubicBezTo>
                <a:cubicBezTo>
                  <a:pt x="12764" y="9327"/>
                  <a:pt x="12273" y="8836"/>
                  <a:pt x="11782" y="8836"/>
                </a:cubicBezTo>
                <a:cubicBezTo>
                  <a:pt x="11291" y="8836"/>
                  <a:pt x="10800" y="9327"/>
                  <a:pt x="10800" y="9818"/>
                </a:cubicBezTo>
                <a:cubicBezTo>
                  <a:pt x="10800" y="10309"/>
                  <a:pt x="11291" y="10800"/>
                  <a:pt x="11782" y="10800"/>
                </a:cubicBezTo>
                <a:moveTo>
                  <a:pt x="21600" y="17182"/>
                </a:moveTo>
                <a:cubicBezTo>
                  <a:pt x="21600" y="16814"/>
                  <a:pt x="21477" y="16445"/>
                  <a:pt x="21109" y="16077"/>
                </a:cubicBezTo>
                <a:cubicBezTo>
                  <a:pt x="21109" y="16077"/>
                  <a:pt x="20986" y="15955"/>
                  <a:pt x="20864" y="15955"/>
                </a:cubicBezTo>
                <a:cubicBezTo>
                  <a:pt x="16691" y="12641"/>
                  <a:pt x="16691" y="12641"/>
                  <a:pt x="16691" y="12641"/>
                </a:cubicBezTo>
                <a:cubicBezTo>
                  <a:pt x="16445" y="12395"/>
                  <a:pt x="16077" y="12273"/>
                  <a:pt x="15709" y="12273"/>
                </a:cubicBezTo>
                <a:cubicBezTo>
                  <a:pt x="15341" y="12273"/>
                  <a:pt x="15095" y="12395"/>
                  <a:pt x="14850" y="12518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500" y="13991"/>
                  <a:pt x="13255" y="14114"/>
                  <a:pt x="12886" y="14114"/>
                </a:cubicBezTo>
                <a:cubicBezTo>
                  <a:pt x="12641" y="14114"/>
                  <a:pt x="12273" y="13868"/>
                  <a:pt x="12150" y="13623"/>
                </a:cubicBezTo>
                <a:cubicBezTo>
                  <a:pt x="12150" y="13623"/>
                  <a:pt x="12150" y="13623"/>
                  <a:pt x="12150" y="13623"/>
                </a:cubicBezTo>
                <a:cubicBezTo>
                  <a:pt x="10555" y="12518"/>
                  <a:pt x="9082" y="11168"/>
                  <a:pt x="7855" y="9450"/>
                </a:cubicBezTo>
                <a:cubicBezTo>
                  <a:pt x="7977" y="9450"/>
                  <a:pt x="7977" y="9450"/>
                  <a:pt x="7977" y="9450"/>
                </a:cubicBezTo>
                <a:cubicBezTo>
                  <a:pt x="7732" y="9327"/>
                  <a:pt x="7486" y="8959"/>
                  <a:pt x="7486" y="8714"/>
                </a:cubicBezTo>
                <a:cubicBezTo>
                  <a:pt x="7486" y="8345"/>
                  <a:pt x="7609" y="8100"/>
                  <a:pt x="7855" y="7977"/>
                </a:cubicBezTo>
                <a:cubicBezTo>
                  <a:pt x="7855" y="7977"/>
                  <a:pt x="7855" y="7977"/>
                  <a:pt x="7855" y="7977"/>
                </a:cubicBezTo>
                <a:cubicBezTo>
                  <a:pt x="8959" y="6750"/>
                  <a:pt x="8959" y="6750"/>
                  <a:pt x="8959" y="6750"/>
                </a:cubicBezTo>
                <a:cubicBezTo>
                  <a:pt x="9205" y="6505"/>
                  <a:pt x="9327" y="6259"/>
                  <a:pt x="9327" y="5891"/>
                </a:cubicBezTo>
                <a:cubicBezTo>
                  <a:pt x="9327" y="5523"/>
                  <a:pt x="9205" y="5155"/>
                  <a:pt x="8836" y="4909"/>
                </a:cubicBezTo>
                <a:cubicBezTo>
                  <a:pt x="5645" y="736"/>
                  <a:pt x="5645" y="736"/>
                  <a:pt x="5645" y="736"/>
                </a:cubicBezTo>
                <a:cubicBezTo>
                  <a:pt x="5645" y="614"/>
                  <a:pt x="5523" y="491"/>
                  <a:pt x="5400" y="491"/>
                </a:cubicBezTo>
                <a:cubicBezTo>
                  <a:pt x="5155" y="123"/>
                  <a:pt x="4786" y="0"/>
                  <a:pt x="4418" y="0"/>
                </a:cubicBezTo>
                <a:cubicBezTo>
                  <a:pt x="2455" y="0"/>
                  <a:pt x="0" y="2332"/>
                  <a:pt x="0" y="5155"/>
                </a:cubicBezTo>
                <a:cubicBezTo>
                  <a:pt x="0" y="5891"/>
                  <a:pt x="123" y="6627"/>
                  <a:pt x="491" y="7364"/>
                </a:cubicBezTo>
                <a:cubicBezTo>
                  <a:pt x="491" y="7364"/>
                  <a:pt x="491" y="7364"/>
                  <a:pt x="491" y="7364"/>
                </a:cubicBezTo>
                <a:cubicBezTo>
                  <a:pt x="3436" y="13255"/>
                  <a:pt x="8345" y="18164"/>
                  <a:pt x="14236" y="21109"/>
                </a:cubicBezTo>
                <a:cubicBezTo>
                  <a:pt x="14236" y="21109"/>
                  <a:pt x="14236" y="21109"/>
                  <a:pt x="14236" y="21109"/>
                </a:cubicBezTo>
                <a:cubicBezTo>
                  <a:pt x="14850" y="21477"/>
                  <a:pt x="15709" y="21600"/>
                  <a:pt x="16445" y="21600"/>
                </a:cubicBezTo>
                <a:cubicBezTo>
                  <a:pt x="19268" y="21600"/>
                  <a:pt x="21600" y="19145"/>
                  <a:pt x="21600" y="17182"/>
                </a:cubicBezTo>
                <a:cubicBezTo>
                  <a:pt x="21600" y="17182"/>
                  <a:pt x="21600" y="17182"/>
                  <a:pt x="21600" y="17182"/>
                </a:cubicBezTo>
                <a:close/>
                <a:moveTo>
                  <a:pt x="16445" y="20618"/>
                </a:moveTo>
                <a:cubicBezTo>
                  <a:pt x="15832" y="20618"/>
                  <a:pt x="15218" y="20495"/>
                  <a:pt x="14605" y="20250"/>
                </a:cubicBezTo>
                <a:cubicBezTo>
                  <a:pt x="14605" y="20250"/>
                  <a:pt x="14605" y="20127"/>
                  <a:pt x="14482" y="20127"/>
                </a:cubicBezTo>
                <a:cubicBezTo>
                  <a:pt x="8959" y="17305"/>
                  <a:pt x="4295" y="12641"/>
                  <a:pt x="1473" y="7118"/>
                </a:cubicBezTo>
                <a:cubicBezTo>
                  <a:pt x="1473" y="6995"/>
                  <a:pt x="1350" y="6995"/>
                  <a:pt x="1350" y="6995"/>
                </a:cubicBezTo>
                <a:cubicBezTo>
                  <a:pt x="1105" y="6382"/>
                  <a:pt x="982" y="5768"/>
                  <a:pt x="982" y="5155"/>
                </a:cubicBezTo>
                <a:cubicBezTo>
                  <a:pt x="982" y="2823"/>
                  <a:pt x="3068" y="982"/>
                  <a:pt x="4418" y="982"/>
                </a:cubicBezTo>
                <a:cubicBezTo>
                  <a:pt x="4541" y="982"/>
                  <a:pt x="4664" y="1105"/>
                  <a:pt x="4786" y="1105"/>
                </a:cubicBezTo>
                <a:cubicBezTo>
                  <a:pt x="4786" y="1105"/>
                  <a:pt x="4786" y="1105"/>
                  <a:pt x="4786" y="1227"/>
                </a:cubicBezTo>
                <a:cubicBezTo>
                  <a:pt x="4786" y="1227"/>
                  <a:pt x="4909" y="1227"/>
                  <a:pt x="4909" y="1350"/>
                </a:cubicBezTo>
                <a:cubicBezTo>
                  <a:pt x="8100" y="5400"/>
                  <a:pt x="8100" y="5400"/>
                  <a:pt x="8100" y="5400"/>
                </a:cubicBezTo>
                <a:cubicBezTo>
                  <a:pt x="8100" y="5523"/>
                  <a:pt x="8223" y="5523"/>
                  <a:pt x="8223" y="5523"/>
                </a:cubicBezTo>
                <a:cubicBezTo>
                  <a:pt x="8223" y="5645"/>
                  <a:pt x="8345" y="5768"/>
                  <a:pt x="8345" y="5891"/>
                </a:cubicBezTo>
                <a:cubicBezTo>
                  <a:pt x="8345" y="6014"/>
                  <a:pt x="8345" y="6014"/>
                  <a:pt x="8223" y="6136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6750" y="7609"/>
                  <a:pt x="6505" y="8100"/>
                  <a:pt x="6505" y="8714"/>
                </a:cubicBezTo>
                <a:cubicBezTo>
                  <a:pt x="6505" y="9205"/>
                  <a:pt x="6750" y="9695"/>
                  <a:pt x="7118" y="10064"/>
                </a:cubicBezTo>
                <a:cubicBezTo>
                  <a:pt x="7118" y="10064"/>
                  <a:pt x="7118" y="10064"/>
                  <a:pt x="7118" y="10064"/>
                </a:cubicBezTo>
                <a:cubicBezTo>
                  <a:pt x="8345" y="11782"/>
                  <a:pt x="9818" y="13255"/>
                  <a:pt x="11536" y="14482"/>
                </a:cubicBezTo>
                <a:cubicBezTo>
                  <a:pt x="11536" y="14482"/>
                  <a:pt x="11536" y="14482"/>
                  <a:pt x="11536" y="14482"/>
                </a:cubicBezTo>
                <a:cubicBezTo>
                  <a:pt x="11905" y="14850"/>
                  <a:pt x="12395" y="15095"/>
                  <a:pt x="12886" y="15095"/>
                </a:cubicBezTo>
                <a:cubicBezTo>
                  <a:pt x="13377" y="15095"/>
                  <a:pt x="13868" y="14850"/>
                  <a:pt x="14236" y="14482"/>
                </a:cubicBezTo>
                <a:cubicBezTo>
                  <a:pt x="14359" y="14482"/>
                  <a:pt x="14359" y="14482"/>
                  <a:pt x="14359" y="14482"/>
                </a:cubicBezTo>
                <a:cubicBezTo>
                  <a:pt x="15464" y="13377"/>
                  <a:pt x="15464" y="13377"/>
                  <a:pt x="15464" y="13377"/>
                </a:cubicBezTo>
                <a:cubicBezTo>
                  <a:pt x="15586" y="13255"/>
                  <a:pt x="15586" y="13255"/>
                  <a:pt x="15709" y="13255"/>
                </a:cubicBezTo>
                <a:cubicBezTo>
                  <a:pt x="15832" y="13255"/>
                  <a:pt x="15955" y="13377"/>
                  <a:pt x="16077" y="13377"/>
                </a:cubicBezTo>
                <a:cubicBezTo>
                  <a:pt x="16077" y="13377"/>
                  <a:pt x="16077" y="13500"/>
                  <a:pt x="16077" y="13500"/>
                </a:cubicBezTo>
                <a:cubicBezTo>
                  <a:pt x="20250" y="16691"/>
                  <a:pt x="20250" y="16691"/>
                  <a:pt x="20250" y="16691"/>
                </a:cubicBezTo>
                <a:cubicBezTo>
                  <a:pt x="20373" y="16691"/>
                  <a:pt x="20373" y="16691"/>
                  <a:pt x="20373" y="16814"/>
                </a:cubicBezTo>
                <a:cubicBezTo>
                  <a:pt x="20373" y="16814"/>
                  <a:pt x="20495" y="16814"/>
                  <a:pt x="20495" y="16814"/>
                </a:cubicBezTo>
                <a:cubicBezTo>
                  <a:pt x="20495" y="16936"/>
                  <a:pt x="20618" y="16936"/>
                  <a:pt x="20618" y="17182"/>
                </a:cubicBezTo>
                <a:cubicBezTo>
                  <a:pt x="20618" y="17182"/>
                  <a:pt x="20618" y="17182"/>
                  <a:pt x="20618" y="17305"/>
                </a:cubicBezTo>
                <a:cubicBezTo>
                  <a:pt x="20495" y="18655"/>
                  <a:pt x="18777" y="20618"/>
                  <a:pt x="16445" y="20618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CD9C7A22-43B9-BD86-E57C-8FB879BB406E}"/>
              </a:ext>
            </a:extLst>
          </p:cNvPr>
          <p:cNvSpPr/>
          <p:nvPr userDrawn="1"/>
        </p:nvSpPr>
        <p:spPr>
          <a:xfrm>
            <a:off x="5196963" y="3702717"/>
            <a:ext cx="239914" cy="330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4" y="0"/>
                  <a:pt x="0" y="3559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59"/>
                  <a:pt x="16706" y="0"/>
                  <a:pt x="10800" y="0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0"/>
                  <a:pt x="5569" y="982"/>
                  <a:pt x="10800" y="982"/>
                </a:cubicBezTo>
                <a:cubicBezTo>
                  <a:pt x="16031" y="982"/>
                  <a:pt x="20250" y="4050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3927"/>
                </a:moveTo>
                <a:cubicBezTo>
                  <a:pt x="7762" y="3927"/>
                  <a:pt x="5400" y="5645"/>
                  <a:pt x="5400" y="7855"/>
                </a:cubicBezTo>
                <a:cubicBezTo>
                  <a:pt x="5400" y="10064"/>
                  <a:pt x="7762" y="11782"/>
                  <a:pt x="10800" y="11782"/>
                </a:cubicBezTo>
                <a:cubicBezTo>
                  <a:pt x="13837" y="11782"/>
                  <a:pt x="16200" y="10064"/>
                  <a:pt x="16200" y="7855"/>
                </a:cubicBezTo>
                <a:cubicBezTo>
                  <a:pt x="16200" y="5645"/>
                  <a:pt x="13837" y="3927"/>
                  <a:pt x="10800" y="3927"/>
                </a:cubicBezTo>
                <a:moveTo>
                  <a:pt x="10800" y="10800"/>
                </a:moveTo>
                <a:cubicBezTo>
                  <a:pt x="8606" y="10800"/>
                  <a:pt x="6750" y="9450"/>
                  <a:pt x="6750" y="7855"/>
                </a:cubicBezTo>
                <a:cubicBezTo>
                  <a:pt x="6750" y="6259"/>
                  <a:pt x="8606" y="4909"/>
                  <a:pt x="10800" y="4909"/>
                </a:cubicBezTo>
                <a:cubicBezTo>
                  <a:pt x="12994" y="4909"/>
                  <a:pt x="14850" y="6259"/>
                  <a:pt x="14850" y="7855"/>
                </a:cubicBezTo>
                <a:cubicBezTo>
                  <a:pt x="14850" y="9450"/>
                  <a:pt x="12994" y="10800"/>
                  <a:pt x="10800" y="10800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EBDAAD-E34F-BCE5-F183-405F3668FCA5}"/>
              </a:ext>
            </a:extLst>
          </p:cNvPr>
          <p:cNvSpPr txBox="1"/>
          <p:nvPr userDrawn="1"/>
        </p:nvSpPr>
        <p:spPr>
          <a:xfrm>
            <a:off x="9006554" y="3531132"/>
            <a:ext cx="1655351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www.openit.com</a:t>
            </a: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5AD4E0F7-0FCB-3AB0-4FE3-9FCF8B4AF827}"/>
              </a:ext>
            </a:extLst>
          </p:cNvPr>
          <p:cNvSpPr/>
          <p:nvPr userDrawn="1"/>
        </p:nvSpPr>
        <p:spPr>
          <a:xfrm>
            <a:off x="8624311" y="3613779"/>
            <a:ext cx="255059" cy="25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86" y="0"/>
                  <a:pt x="0" y="4786"/>
                  <a:pt x="0" y="10800"/>
                </a:cubicBezTo>
                <a:cubicBezTo>
                  <a:pt x="0" y="16814"/>
                  <a:pt x="4786" y="21600"/>
                  <a:pt x="10800" y="21600"/>
                </a:cubicBezTo>
                <a:cubicBezTo>
                  <a:pt x="16814" y="21600"/>
                  <a:pt x="21600" y="16814"/>
                  <a:pt x="21600" y="10800"/>
                </a:cubicBezTo>
                <a:cubicBezTo>
                  <a:pt x="21600" y="4786"/>
                  <a:pt x="16814" y="0"/>
                  <a:pt x="10800" y="0"/>
                </a:cubicBezTo>
                <a:moveTo>
                  <a:pt x="7855" y="1473"/>
                </a:moveTo>
                <a:cubicBezTo>
                  <a:pt x="7732" y="1595"/>
                  <a:pt x="7486" y="1841"/>
                  <a:pt x="7241" y="2209"/>
                </a:cubicBezTo>
                <a:cubicBezTo>
                  <a:pt x="7241" y="2209"/>
                  <a:pt x="7241" y="2209"/>
                  <a:pt x="7241" y="2209"/>
                </a:cubicBezTo>
                <a:cubicBezTo>
                  <a:pt x="6873" y="2823"/>
                  <a:pt x="6505" y="3436"/>
                  <a:pt x="6136" y="4173"/>
                </a:cubicBezTo>
                <a:cubicBezTo>
                  <a:pt x="6136" y="4173"/>
                  <a:pt x="6136" y="4173"/>
                  <a:pt x="6136" y="4173"/>
                </a:cubicBezTo>
                <a:cubicBezTo>
                  <a:pt x="6136" y="4295"/>
                  <a:pt x="6136" y="4295"/>
                  <a:pt x="6136" y="4418"/>
                </a:cubicBezTo>
                <a:cubicBezTo>
                  <a:pt x="5523" y="4050"/>
                  <a:pt x="4909" y="3682"/>
                  <a:pt x="4418" y="3314"/>
                </a:cubicBezTo>
                <a:cubicBezTo>
                  <a:pt x="5400" y="2455"/>
                  <a:pt x="6627" y="1841"/>
                  <a:pt x="7855" y="1473"/>
                </a:cubicBezTo>
                <a:moveTo>
                  <a:pt x="3805" y="3927"/>
                </a:moveTo>
                <a:cubicBezTo>
                  <a:pt x="4295" y="4418"/>
                  <a:pt x="5032" y="4909"/>
                  <a:pt x="5768" y="5277"/>
                </a:cubicBezTo>
                <a:cubicBezTo>
                  <a:pt x="5768" y="5277"/>
                  <a:pt x="5768" y="5400"/>
                  <a:pt x="5645" y="5400"/>
                </a:cubicBezTo>
                <a:cubicBezTo>
                  <a:pt x="5523" y="6136"/>
                  <a:pt x="5277" y="6995"/>
                  <a:pt x="5155" y="7732"/>
                </a:cubicBezTo>
                <a:cubicBezTo>
                  <a:pt x="5155" y="7855"/>
                  <a:pt x="5155" y="7977"/>
                  <a:pt x="5155" y="8100"/>
                </a:cubicBezTo>
                <a:cubicBezTo>
                  <a:pt x="5032" y="8468"/>
                  <a:pt x="5032" y="8714"/>
                  <a:pt x="5032" y="9082"/>
                </a:cubicBezTo>
                <a:cubicBezTo>
                  <a:pt x="5032" y="9205"/>
                  <a:pt x="4909" y="9327"/>
                  <a:pt x="4909" y="9450"/>
                </a:cubicBezTo>
                <a:cubicBezTo>
                  <a:pt x="4909" y="9695"/>
                  <a:pt x="4909" y="10064"/>
                  <a:pt x="4909" y="10309"/>
                </a:cubicBezTo>
                <a:cubicBezTo>
                  <a:pt x="982" y="10309"/>
                  <a:pt x="982" y="10309"/>
                  <a:pt x="982" y="10309"/>
                </a:cubicBezTo>
                <a:cubicBezTo>
                  <a:pt x="1105" y="7855"/>
                  <a:pt x="2209" y="5645"/>
                  <a:pt x="3805" y="3927"/>
                </a:cubicBezTo>
                <a:moveTo>
                  <a:pt x="982" y="11291"/>
                </a:moveTo>
                <a:cubicBezTo>
                  <a:pt x="4909" y="11291"/>
                  <a:pt x="4909" y="11291"/>
                  <a:pt x="4909" y="11291"/>
                </a:cubicBezTo>
                <a:cubicBezTo>
                  <a:pt x="4909" y="11536"/>
                  <a:pt x="4909" y="11905"/>
                  <a:pt x="4909" y="12150"/>
                </a:cubicBezTo>
                <a:cubicBezTo>
                  <a:pt x="4909" y="12273"/>
                  <a:pt x="5032" y="12395"/>
                  <a:pt x="5032" y="12518"/>
                </a:cubicBezTo>
                <a:cubicBezTo>
                  <a:pt x="5032" y="12886"/>
                  <a:pt x="5032" y="13132"/>
                  <a:pt x="5155" y="13500"/>
                </a:cubicBezTo>
                <a:cubicBezTo>
                  <a:pt x="5155" y="13623"/>
                  <a:pt x="5155" y="13745"/>
                  <a:pt x="5155" y="13868"/>
                </a:cubicBezTo>
                <a:cubicBezTo>
                  <a:pt x="5277" y="14605"/>
                  <a:pt x="5523" y="15464"/>
                  <a:pt x="5645" y="16200"/>
                </a:cubicBezTo>
                <a:cubicBezTo>
                  <a:pt x="5768" y="16200"/>
                  <a:pt x="5768" y="16323"/>
                  <a:pt x="5768" y="16323"/>
                </a:cubicBezTo>
                <a:cubicBezTo>
                  <a:pt x="5032" y="16691"/>
                  <a:pt x="4295" y="17182"/>
                  <a:pt x="3805" y="17673"/>
                </a:cubicBezTo>
                <a:cubicBezTo>
                  <a:pt x="2209" y="15955"/>
                  <a:pt x="1105" y="13745"/>
                  <a:pt x="982" y="11291"/>
                </a:cubicBezTo>
                <a:moveTo>
                  <a:pt x="4418" y="18286"/>
                </a:moveTo>
                <a:cubicBezTo>
                  <a:pt x="4909" y="17918"/>
                  <a:pt x="5523" y="17550"/>
                  <a:pt x="6136" y="17182"/>
                </a:cubicBezTo>
                <a:cubicBezTo>
                  <a:pt x="6136" y="17305"/>
                  <a:pt x="6136" y="17305"/>
                  <a:pt x="6136" y="17427"/>
                </a:cubicBezTo>
                <a:cubicBezTo>
                  <a:pt x="6136" y="17427"/>
                  <a:pt x="6136" y="17427"/>
                  <a:pt x="6136" y="17427"/>
                </a:cubicBezTo>
                <a:cubicBezTo>
                  <a:pt x="6505" y="18164"/>
                  <a:pt x="6873" y="18777"/>
                  <a:pt x="7241" y="19391"/>
                </a:cubicBezTo>
                <a:cubicBezTo>
                  <a:pt x="7241" y="19391"/>
                  <a:pt x="7241" y="19391"/>
                  <a:pt x="7241" y="19391"/>
                </a:cubicBezTo>
                <a:cubicBezTo>
                  <a:pt x="7486" y="19759"/>
                  <a:pt x="7732" y="20005"/>
                  <a:pt x="7855" y="20127"/>
                </a:cubicBezTo>
                <a:cubicBezTo>
                  <a:pt x="6627" y="19759"/>
                  <a:pt x="5400" y="19145"/>
                  <a:pt x="4418" y="18286"/>
                </a:cubicBezTo>
                <a:moveTo>
                  <a:pt x="10309" y="20618"/>
                </a:moveTo>
                <a:cubicBezTo>
                  <a:pt x="8959" y="20250"/>
                  <a:pt x="7732" y="18900"/>
                  <a:pt x="6995" y="16814"/>
                </a:cubicBezTo>
                <a:cubicBezTo>
                  <a:pt x="7977" y="16445"/>
                  <a:pt x="9082" y="16323"/>
                  <a:pt x="10309" y="16200"/>
                </a:cubicBezTo>
                <a:lnTo>
                  <a:pt x="10309" y="20618"/>
                </a:lnTo>
                <a:close/>
                <a:moveTo>
                  <a:pt x="10309" y="15218"/>
                </a:moveTo>
                <a:cubicBezTo>
                  <a:pt x="8959" y="15341"/>
                  <a:pt x="7732" y="15586"/>
                  <a:pt x="6627" y="15955"/>
                </a:cubicBezTo>
                <a:cubicBezTo>
                  <a:pt x="6259" y="14605"/>
                  <a:pt x="5891" y="13009"/>
                  <a:pt x="5891" y="11291"/>
                </a:cubicBezTo>
                <a:cubicBezTo>
                  <a:pt x="10309" y="11291"/>
                  <a:pt x="10309" y="11291"/>
                  <a:pt x="10309" y="11291"/>
                </a:cubicBezTo>
                <a:lnTo>
                  <a:pt x="10309" y="15218"/>
                </a:lnTo>
                <a:close/>
                <a:moveTo>
                  <a:pt x="10309" y="10309"/>
                </a:moveTo>
                <a:cubicBezTo>
                  <a:pt x="5891" y="10309"/>
                  <a:pt x="5891" y="10309"/>
                  <a:pt x="5891" y="10309"/>
                </a:cubicBezTo>
                <a:cubicBezTo>
                  <a:pt x="5891" y="8591"/>
                  <a:pt x="6259" y="6995"/>
                  <a:pt x="6627" y="5645"/>
                </a:cubicBezTo>
                <a:cubicBezTo>
                  <a:pt x="7732" y="6014"/>
                  <a:pt x="8959" y="6259"/>
                  <a:pt x="10309" y="6382"/>
                </a:cubicBezTo>
                <a:lnTo>
                  <a:pt x="10309" y="10309"/>
                </a:lnTo>
                <a:close/>
                <a:moveTo>
                  <a:pt x="10309" y="5400"/>
                </a:moveTo>
                <a:cubicBezTo>
                  <a:pt x="9082" y="5277"/>
                  <a:pt x="7977" y="5155"/>
                  <a:pt x="6995" y="4786"/>
                </a:cubicBezTo>
                <a:cubicBezTo>
                  <a:pt x="7732" y="2700"/>
                  <a:pt x="8959" y="1350"/>
                  <a:pt x="10309" y="982"/>
                </a:cubicBezTo>
                <a:lnTo>
                  <a:pt x="10309" y="5400"/>
                </a:lnTo>
                <a:close/>
                <a:moveTo>
                  <a:pt x="20618" y="10309"/>
                </a:moveTo>
                <a:cubicBezTo>
                  <a:pt x="16691" y="10309"/>
                  <a:pt x="16691" y="10309"/>
                  <a:pt x="16691" y="10309"/>
                </a:cubicBezTo>
                <a:cubicBezTo>
                  <a:pt x="16691" y="10064"/>
                  <a:pt x="16691" y="9695"/>
                  <a:pt x="16691" y="9450"/>
                </a:cubicBezTo>
                <a:cubicBezTo>
                  <a:pt x="16691" y="9327"/>
                  <a:pt x="16568" y="9205"/>
                  <a:pt x="16568" y="9082"/>
                </a:cubicBezTo>
                <a:cubicBezTo>
                  <a:pt x="16568" y="8714"/>
                  <a:pt x="16568" y="8468"/>
                  <a:pt x="16445" y="8100"/>
                </a:cubicBezTo>
                <a:cubicBezTo>
                  <a:pt x="16445" y="7977"/>
                  <a:pt x="16445" y="7855"/>
                  <a:pt x="16445" y="7732"/>
                </a:cubicBezTo>
                <a:cubicBezTo>
                  <a:pt x="16323" y="6995"/>
                  <a:pt x="16077" y="6136"/>
                  <a:pt x="15955" y="5400"/>
                </a:cubicBezTo>
                <a:cubicBezTo>
                  <a:pt x="15832" y="5400"/>
                  <a:pt x="15832" y="5277"/>
                  <a:pt x="15832" y="5277"/>
                </a:cubicBezTo>
                <a:cubicBezTo>
                  <a:pt x="16568" y="4909"/>
                  <a:pt x="17305" y="4418"/>
                  <a:pt x="17795" y="3927"/>
                </a:cubicBezTo>
                <a:cubicBezTo>
                  <a:pt x="19391" y="5645"/>
                  <a:pt x="20495" y="7855"/>
                  <a:pt x="20618" y="10309"/>
                </a:cubicBezTo>
                <a:moveTo>
                  <a:pt x="17182" y="3314"/>
                </a:moveTo>
                <a:cubicBezTo>
                  <a:pt x="16691" y="3682"/>
                  <a:pt x="16077" y="4050"/>
                  <a:pt x="15464" y="4418"/>
                </a:cubicBezTo>
                <a:cubicBezTo>
                  <a:pt x="15464" y="4295"/>
                  <a:pt x="15464" y="4295"/>
                  <a:pt x="15464" y="4173"/>
                </a:cubicBezTo>
                <a:cubicBezTo>
                  <a:pt x="15464" y="4173"/>
                  <a:pt x="15464" y="4173"/>
                  <a:pt x="15464" y="4173"/>
                </a:cubicBezTo>
                <a:cubicBezTo>
                  <a:pt x="15095" y="3436"/>
                  <a:pt x="14727" y="2823"/>
                  <a:pt x="14359" y="2209"/>
                </a:cubicBezTo>
                <a:cubicBezTo>
                  <a:pt x="14359" y="2209"/>
                  <a:pt x="14359" y="2209"/>
                  <a:pt x="14359" y="2209"/>
                </a:cubicBezTo>
                <a:cubicBezTo>
                  <a:pt x="14114" y="1841"/>
                  <a:pt x="13868" y="1595"/>
                  <a:pt x="13745" y="1473"/>
                </a:cubicBezTo>
                <a:cubicBezTo>
                  <a:pt x="14973" y="1841"/>
                  <a:pt x="16200" y="2455"/>
                  <a:pt x="17182" y="3314"/>
                </a:cubicBezTo>
                <a:moveTo>
                  <a:pt x="11291" y="982"/>
                </a:moveTo>
                <a:cubicBezTo>
                  <a:pt x="12641" y="1350"/>
                  <a:pt x="13868" y="2700"/>
                  <a:pt x="14605" y="4786"/>
                </a:cubicBezTo>
                <a:cubicBezTo>
                  <a:pt x="13623" y="5155"/>
                  <a:pt x="12518" y="5277"/>
                  <a:pt x="11291" y="5400"/>
                </a:cubicBezTo>
                <a:lnTo>
                  <a:pt x="11291" y="982"/>
                </a:lnTo>
                <a:close/>
                <a:moveTo>
                  <a:pt x="11291" y="6382"/>
                </a:moveTo>
                <a:cubicBezTo>
                  <a:pt x="12641" y="6259"/>
                  <a:pt x="13868" y="6014"/>
                  <a:pt x="14973" y="5645"/>
                </a:cubicBezTo>
                <a:cubicBezTo>
                  <a:pt x="15341" y="6995"/>
                  <a:pt x="15709" y="8591"/>
                  <a:pt x="15709" y="10309"/>
                </a:cubicBezTo>
                <a:cubicBezTo>
                  <a:pt x="11291" y="10309"/>
                  <a:pt x="11291" y="10309"/>
                  <a:pt x="11291" y="10309"/>
                </a:cubicBezTo>
                <a:lnTo>
                  <a:pt x="11291" y="6382"/>
                </a:lnTo>
                <a:close/>
                <a:moveTo>
                  <a:pt x="11291" y="11291"/>
                </a:moveTo>
                <a:cubicBezTo>
                  <a:pt x="15709" y="11291"/>
                  <a:pt x="15709" y="11291"/>
                  <a:pt x="15709" y="11291"/>
                </a:cubicBezTo>
                <a:cubicBezTo>
                  <a:pt x="15709" y="13009"/>
                  <a:pt x="15341" y="14605"/>
                  <a:pt x="14973" y="15955"/>
                </a:cubicBezTo>
                <a:cubicBezTo>
                  <a:pt x="13868" y="15586"/>
                  <a:pt x="12641" y="15341"/>
                  <a:pt x="11291" y="15218"/>
                </a:cubicBezTo>
                <a:lnTo>
                  <a:pt x="11291" y="11291"/>
                </a:lnTo>
                <a:close/>
                <a:moveTo>
                  <a:pt x="11291" y="20618"/>
                </a:moveTo>
                <a:cubicBezTo>
                  <a:pt x="11291" y="16200"/>
                  <a:pt x="11291" y="16200"/>
                  <a:pt x="11291" y="16200"/>
                </a:cubicBezTo>
                <a:cubicBezTo>
                  <a:pt x="12518" y="16323"/>
                  <a:pt x="13623" y="16445"/>
                  <a:pt x="14605" y="16814"/>
                </a:cubicBezTo>
                <a:cubicBezTo>
                  <a:pt x="13868" y="18900"/>
                  <a:pt x="12641" y="20250"/>
                  <a:pt x="11291" y="20618"/>
                </a:cubicBezTo>
                <a:moveTo>
                  <a:pt x="13745" y="20127"/>
                </a:moveTo>
                <a:cubicBezTo>
                  <a:pt x="13868" y="20005"/>
                  <a:pt x="14114" y="19759"/>
                  <a:pt x="14359" y="19391"/>
                </a:cubicBezTo>
                <a:cubicBezTo>
                  <a:pt x="14359" y="19391"/>
                  <a:pt x="14359" y="19391"/>
                  <a:pt x="14359" y="19391"/>
                </a:cubicBezTo>
                <a:cubicBezTo>
                  <a:pt x="14727" y="18777"/>
                  <a:pt x="15095" y="18164"/>
                  <a:pt x="15464" y="17427"/>
                </a:cubicBezTo>
                <a:cubicBezTo>
                  <a:pt x="15464" y="17427"/>
                  <a:pt x="15464" y="17427"/>
                  <a:pt x="15464" y="17427"/>
                </a:cubicBezTo>
                <a:cubicBezTo>
                  <a:pt x="15464" y="17305"/>
                  <a:pt x="15464" y="17305"/>
                  <a:pt x="15464" y="17182"/>
                </a:cubicBezTo>
                <a:cubicBezTo>
                  <a:pt x="16077" y="17550"/>
                  <a:pt x="16691" y="17918"/>
                  <a:pt x="17182" y="18286"/>
                </a:cubicBezTo>
                <a:cubicBezTo>
                  <a:pt x="16200" y="19145"/>
                  <a:pt x="14973" y="19759"/>
                  <a:pt x="13745" y="20127"/>
                </a:cubicBezTo>
                <a:moveTo>
                  <a:pt x="17795" y="17673"/>
                </a:moveTo>
                <a:cubicBezTo>
                  <a:pt x="17305" y="17182"/>
                  <a:pt x="16568" y="16691"/>
                  <a:pt x="15832" y="16323"/>
                </a:cubicBezTo>
                <a:cubicBezTo>
                  <a:pt x="15832" y="16323"/>
                  <a:pt x="15832" y="16200"/>
                  <a:pt x="15955" y="16200"/>
                </a:cubicBezTo>
                <a:cubicBezTo>
                  <a:pt x="16077" y="15464"/>
                  <a:pt x="16323" y="14605"/>
                  <a:pt x="16445" y="13868"/>
                </a:cubicBezTo>
                <a:cubicBezTo>
                  <a:pt x="16445" y="13745"/>
                  <a:pt x="16445" y="13623"/>
                  <a:pt x="16445" y="13500"/>
                </a:cubicBezTo>
                <a:cubicBezTo>
                  <a:pt x="16568" y="13132"/>
                  <a:pt x="16568" y="12886"/>
                  <a:pt x="16568" y="12518"/>
                </a:cubicBezTo>
                <a:cubicBezTo>
                  <a:pt x="16568" y="12395"/>
                  <a:pt x="16691" y="12273"/>
                  <a:pt x="16691" y="12150"/>
                </a:cubicBezTo>
                <a:cubicBezTo>
                  <a:pt x="16691" y="11905"/>
                  <a:pt x="16691" y="11536"/>
                  <a:pt x="16691" y="11291"/>
                </a:cubicBezTo>
                <a:cubicBezTo>
                  <a:pt x="20618" y="11291"/>
                  <a:pt x="20618" y="11291"/>
                  <a:pt x="20618" y="11291"/>
                </a:cubicBezTo>
                <a:cubicBezTo>
                  <a:pt x="20495" y="13745"/>
                  <a:pt x="19391" y="15955"/>
                  <a:pt x="17795" y="17673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sz="1200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E0BD8-1F06-A963-94E9-74F7B917D9C2}"/>
              </a:ext>
            </a:extLst>
          </p:cNvPr>
          <p:cNvSpPr txBox="1"/>
          <p:nvPr userDrawn="1"/>
        </p:nvSpPr>
        <p:spPr>
          <a:xfrm>
            <a:off x="9006554" y="4009661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6E79-E274-B252-B020-9CE2C95F43D6}"/>
              </a:ext>
            </a:extLst>
          </p:cNvPr>
          <p:cNvSpPr txBox="1"/>
          <p:nvPr userDrawn="1"/>
        </p:nvSpPr>
        <p:spPr>
          <a:xfrm>
            <a:off x="9006554" y="453366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E14618F5-A28E-E0FB-2966-A51E3313DC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8" y="4156637"/>
            <a:ext cx="3008044" cy="1361536"/>
          </a:xfrm>
          <a:prstGeom prst="rect">
            <a:avLst/>
          </a:prstGeom>
        </p:spPr>
      </p:pic>
      <p:sp>
        <p:nvSpPr>
          <p:cNvPr id="62" name="Graphic 25">
            <a:extLst>
              <a:ext uri="{FF2B5EF4-FFF2-40B4-BE49-F238E27FC236}">
                <a16:creationId xmlns:a16="http://schemas.microsoft.com/office/drawing/2014/main" id="{DD13E9CF-64A1-46FB-7BE9-BE4D0D39AFB8}"/>
              </a:ext>
            </a:extLst>
          </p:cNvPr>
          <p:cNvSpPr/>
          <p:nvPr userDrawn="1"/>
        </p:nvSpPr>
        <p:spPr>
          <a:xfrm>
            <a:off x="8634610" y="4071518"/>
            <a:ext cx="219456" cy="219456"/>
          </a:xfrm>
          <a:custGeom>
            <a:avLst/>
            <a:gdLst>
              <a:gd name="connsiteX0" fmla="*/ 203210 w 219456"/>
              <a:gd name="connsiteY0" fmla="*/ 0 h 219456"/>
              <a:gd name="connsiteX1" fmla="*/ 16185 w 219456"/>
              <a:gd name="connsiteY1" fmla="*/ 0 h 219456"/>
              <a:gd name="connsiteX2" fmla="*/ 0 w 219456"/>
              <a:gd name="connsiteY2" fmla="*/ 15819 h 219456"/>
              <a:gd name="connsiteX3" fmla="*/ 0 w 219456"/>
              <a:gd name="connsiteY3" fmla="*/ 203622 h 219456"/>
              <a:gd name="connsiteX4" fmla="*/ 16185 w 219456"/>
              <a:gd name="connsiteY4" fmla="*/ 219456 h 219456"/>
              <a:gd name="connsiteX5" fmla="*/ 203210 w 219456"/>
              <a:gd name="connsiteY5" fmla="*/ 219456 h 219456"/>
              <a:gd name="connsiteX6" fmla="*/ 219456 w 219456"/>
              <a:gd name="connsiteY6" fmla="*/ 203622 h 219456"/>
              <a:gd name="connsiteX7" fmla="*/ 219456 w 219456"/>
              <a:gd name="connsiteY7" fmla="*/ 15819 h 219456"/>
              <a:gd name="connsiteX8" fmla="*/ 203210 w 219456"/>
              <a:gd name="connsiteY8" fmla="*/ 0 h 219456"/>
              <a:gd name="connsiteX9" fmla="*/ 65090 w 219456"/>
              <a:gd name="connsiteY9" fmla="*/ 187010 h 219456"/>
              <a:gd name="connsiteX10" fmla="*/ 32537 w 219456"/>
              <a:gd name="connsiteY10" fmla="*/ 187010 h 219456"/>
              <a:gd name="connsiteX11" fmla="*/ 32537 w 219456"/>
              <a:gd name="connsiteY11" fmla="*/ 82281 h 219456"/>
              <a:gd name="connsiteX12" fmla="*/ 65090 w 219456"/>
              <a:gd name="connsiteY12" fmla="*/ 82281 h 219456"/>
              <a:gd name="connsiteX13" fmla="*/ 65090 w 219456"/>
              <a:gd name="connsiteY13" fmla="*/ 187010 h 219456"/>
              <a:gd name="connsiteX14" fmla="*/ 48814 w 219456"/>
              <a:gd name="connsiteY14" fmla="*/ 67955 h 219456"/>
              <a:gd name="connsiteX15" fmla="*/ 29931 w 219456"/>
              <a:gd name="connsiteY15" fmla="*/ 49088 h 219456"/>
              <a:gd name="connsiteX16" fmla="*/ 48814 w 219456"/>
              <a:gd name="connsiteY16" fmla="*/ 30221 h 219456"/>
              <a:gd name="connsiteX17" fmla="*/ 67681 w 219456"/>
              <a:gd name="connsiteY17" fmla="*/ 49088 h 219456"/>
              <a:gd name="connsiteX18" fmla="*/ 48814 w 219456"/>
              <a:gd name="connsiteY18" fmla="*/ 67955 h 219456"/>
              <a:gd name="connsiteX19" fmla="*/ 186995 w 219456"/>
              <a:gd name="connsiteY19" fmla="*/ 187010 h 219456"/>
              <a:gd name="connsiteX20" fmla="*/ 154473 w 219456"/>
              <a:gd name="connsiteY20" fmla="*/ 187010 h 219456"/>
              <a:gd name="connsiteX21" fmla="*/ 154473 w 219456"/>
              <a:gd name="connsiteY21" fmla="*/ 136078 h 219456"/>
              <a:gd name="connsiteX22" fmla="*/ 137556 w 219456"/>
              <a:gd name="connsiteY22" fmla="*/ 108311 h 219456"/>
              <a:gd name="connsiteX23" fmla="*/ 118019 w 219456"/>
              <a:gd name="connsiteY23" fmla="*/ 135194 h 219456"/>
              <a:gd name="connsiteX24" fmla="*/ 118019 w 219456"/>
              <a:gd name="connsiteY24" fmla="*/ 187010 h 219456"/>
              <a:gd name="connsiteX25" fmla="*/ 85496 w 219456"/>
              <a:gd name="connsiteY25" fmla="*/ 187010 h 219456"/>
              <a:gd name="connsiteX26" fmla="*/ 85496 w 219456"/>
              <a:gd name="connsiteY26" fmla="*/ 82281 h 219456"/>
              <a:gd name="connsiteX27" fmla="*/ 116723 w 219456"/>
              <a:gd name="connsiteY27" fmla="*/ 82281 h 219456"/>
              <a:gd name="connsiteX28" fmla="*/ 116723 w 219456"/>
              <a:gd name="connsiteY28" fmla="*/ 96591 h 219456"/>
              <a:gd name="connsiteX29" fmla="*/ 117150 w 219456"/>
              <a:gd name="connsiteY29" fmla="*/ 96591 h 219456"/>
              <a:gd name="connsiteX30" fmla="*/ 147950 w 219456"/>
              <a:gd name="connsiteY30" fmla="*/ 79675 h 219456"/>
              <a:gd name="connsiteX31" fmla="*/ 186995 w 219456"/>
              <a:gd name="connsiteY31" fmla="*/ 129555 h 219456"/>
              <a:gd name="connsiteX32" fmla="*/ 186995 w 219456"/>
              <a:gd name="connsiteY32" fmla="*/ 187010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9456" h="219456">
                <a:moveTo>
                  <a:pt x="203210" y="0"/>
                </a:moveTo>
                <a:lnTo>
                  <a:pt x="16185" y="0"/>
                </a:lnTo>
                <a:cubicBezTo>
                  <a:pt x="7254" y="0"/>
                  <a:pt x="0" y="7087"/>
                  <a:pt x="0" y="15819"/>
                </a:cubicBezTo>
                <a:lnTo>
                  <a:pt x="0" y="203622"/>
                </a:lnTo>
                <a:cubicBezTo>
                  <a:pt x="0" y="212369"/>
                  <a:pt x="7254" y="219456"/>
                  <a:pt x="16185" y="219456"/>
                </a:cubicBezTo>
                <a:lnTo>
                  <a:pt x="203210" y="219456"/>
                </a:lnTo>
                <a:cubicBezTo>
                  <a:pt x="212156" y="219456"/>
                  <a:pt x="219456" y="212369"/>
                  <a:pt x="219456" y="203622"/>
                </a:cubicBezTo>
                <a:lnTo>
                  <a:pt x="219456" y="15819"/>
                </a:lnTo>
                <a:cubicBezTo>
                  <a:pt x="219456" y="7087"/>
                  <a:pt x="212156" y="0"/>
                  <a:pt x="203210" y="0"/>
                </a:cubicBezTo>
                <a:close/>
                <a:moveTo>
                  <a:pt x="65090" y="187010"/>
                </a:moveTo>
                <a:lnTo>
                  <a:pt x="32537" y="187010"/>
                </a:lnTo>
                <a:lnTo>
                  <a:pt x="32537" y="82281"/>
                </a:lnTo>
                <a:lnTo>
                  <a:pt x="65090" y="82281"/>
                </a:lnTo>
                <a:lnTo>
                  <a:pt x="65090" y="187010"/>
                </a:lnTo>
                <a:close/>
                <a:moveTo>
                  <a:pt x="48814" y="67955"/>
                </a:moveTo>
                <a:cubicBezTo>
                  <a:pt x="38390" y="67955"/>
                  <a:pt x="29931" y="59497"/>
                  <a:pt x="29931" y="49088"/>
                </a:cubicBezTo>
                <a:cubicBezTo>
                  <a:pt x="29931" y="38679"/>
                  <a:pt x="38390" y="30221"/>
                  <a:pt x="48814" y="30221"/>
                </a:cubicBezTo>
                <a:cubicBezTo>
                  <a:pt x="59238" y="30221"/>
                  <a:pt x="67681" y="38679"/>
                  <a:pt x="67681" y="49088"/>
                </a:cubicBezTo>
                <a:cubicBezTo>
                  <a:pt x="67681" y="59497"/>
                  <a:pt x="59223" y="67955"/>
                  <a:pt x="48814" y="67955"/>
                </a:cubicBezTo>
                <a:close/>
                <a:moveTo>
                  <a:pt x="186995" y="187010"/>
                </a:moveTo>
                <a:lnTo>
                  <a:pt x="154473" y="187010"/>
                </a:lnTo>
                <a:lnTo>
                  <a:pt x="154473" y="136078"/>
                </a:lnTo>
                <a:cubicBezTo>
                  <a:pt x="154473" y="123932"/>
                  <a:pt x="154244" y="108311"/>
                  <a:pt x="137556" y="108311"/>
                </a:cubicBezTo>
                <a:cubicBezTo>
                  <a:pt x="120868" y="108311"/>
                  <a:pt x="118019" y="121539"/>
                  <a:pt x="118019" y="135194"/>
                </a:cubicBezTo>
                <a:lnTo>
                  <a:pt x="118019" y="187010"/>
                </a:lnTo>
                <a:lnTo>
                  <a:pt x="85496" y="187010"/>
                </a:lnTo>
                <a:lnTo>
                  <a:pt x="85496" y="82281"/>
                </a:lnTo>
                <a:lnTo>
                  <a:pt x="116723" y="82281"/>
                </a:lnTo>
                <a:lnTo>
                  <a:pt x="116723" y="96591"/>
                </a:lnTo>
                <a:lnTo>
                  <a:pt x="117150" y="96591"/>
                </a:lnTo>
                <a:cubicBezTo>
                  <a:pt x="121509" y="88346"/>
                  <a:pt x="132116" y="79675"/>
                  <a:pt x="147950" y="79675"/>
                </a:cubicBezTo>
                <a:cubicBezTo>
                  <a:pt x="180914" y="79675"/>
                  <a:pt x="186995" y="101361"/>
                  <a:pt x="186995" y="129555"/>
                </a:cubicBezTo>
                <a:lnTo>
                  <a:pt x="186995" y="187010"/>
                </a:lnTo>
                <a:close/>
              </a:path>
            </a:pathLst>
          </a:custGeom>
          <a:solidFill>
            <a:srgbClr val="CD172D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303">
            <a:extLst>
              <a:ext uri="{FF2B5EF4-FFF2-40B4-BE49-F238E27FC236}">
                <a16:creationId xmlns:a16="http://schemas.microsoft.com/office/drawing/2014/main" id="{2359E98E-8F51-F71A-D91D-F147004F5E09}"/>
              </a:ext>
            </a:extLst>
          </p:cNvPr>
          <p:cNvSpPr>
            <a:spLocks/>
          </p:cNvSpPr>
          <p:nvPr userDrawn="1"/>
        </p:nvSpPr>
        <p:spPr bwMode="auto">
          <a:xfrm>
            <a:off x="8680961" y="4582676"/>
            <a:ext cx="127722" cy="245142"/>
          </a:xfrm>
          <a:custGeom>
            <a:avLst/>
            <a:gdLst>
              <a:gd name="T0" fmla="*/ 325 w 325"/>
              <a:gd name="T1" fmla="*/ 104 h 626"/>
              <a:gd name="T2" fmla="*/ 266 w 325"/>
              <a:gd name="T3" fmla="*/ 104 h 626"/>
              <a:gd name="T4" fmla="*/ 211 w 325"/>
              <a:gd name="T5" fmla="*/ 158 h 626"/>
              <a:gd name="T6" fmla="*/ 211 w 325"/>
              <a:gd name="T7" fmla="*/ 229 h 626"/>
              <a:gd name="T8" fmla="*/ 321 w 325"/>
              <a:gd name="T9" fmla="*/ 229 h 626"/>
              <a:gd name="T10" fmla="*/ 321 w 325"/>
              <a:gd name="T11" fmla="*/ 340 h 626"/>
              <a:gd name="T12" fmla="*/ 211 w 325"/>
              <a:gd name="T13" fmla="*/ 340 h 626"/>
              <a:gd name="T14" fmla="*/ 211 w 325"/>
              <a:gd name="T15" fmla="*/ 626 h 626"/>
              <a:gd name="T16" fmla="*/ 96 w 325"/>
              <a:gd name="T17" fmla="*/ 626 h 626"/>
              <a:gd name="T18" fmla="*/ 96 w 325"/>
              <a:gd name="T19" fmla="*/ 340 h 626"/>
              <a:gd name="T20" fmla="*/ 0 w 325"/>
              <a:gd name="T21" fmla="*/ 340 h 626"/>
              <a:gd name="T22" fmla="*/ 0 w 325"/>
              <a:gd name="T23" fmla="*/ 229 h 626"/>
              <a:gd name="T24" fmla="*/ 96 w 325"/>
              <a:gd name="T25" fmla="*/ 229 h 626"/>
              <a:gd name="T26" fmla="*/ 96 w 325"/>
              <a:gd name="T27" fmla="*/ 147 h 626"/>
              <a:gd name="T28" fmla="*/ 239 w 325"/>
              <a:gd name="T29" fmla="*/ 0 h 626"/>
              <a:gd name="T30" fmla="*/ 325 w 325"/>
              <a:gd name="T31" fmla="*/ 0 h 626"/>
              <a:gd name="T32" fmla="*/ 325 w 325"/>
              <a:gd name="T33" fmla="*/ 10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5" h="626">
                <a:moveTo>
                  <a:pt x="325" y="104"/>
                </a:moveTo>
                <a:lnTo>
                  <a:pt x="266" y="104"/>
                </a:lnTo>
                <a:cubicBezTo>
                  <a:pt x="220" y="104"/>
                  <a:pt x="211" y="126"/>
                  <a:pt x="211" y="158"/>
                </a:cubicBezTo>
                <a:lnTo>
                  <a:pt x="211" y="229"/>
                </a:lnTo>
                <a:lnTo>
                  <a:pt x="321" y="229"/>
                </a:lnTo>
                <a:lnTo>
                  <a:pt x="321" y="340"/>
                </a:lnTo>
                <a:lnTo>
                  <a:pt x="211" y="340"/>
                </a:lnTo>
                <a:lnTo>
                  <a:pt x="211" y="626"/>
                </a:lnTo>
                <a:lnTo>
                  <a:pt x="96" y="626"/>
                </a:lnTo>
                <a:lnTo>
                  <a:pt x="96" y="340"/>
                </a:lnTo>
                <a:lnTo>
                  <a:pt x="0" y="340"/>
                </a:lnTo>
                <a:lnTo>
                  <a:pt x="0" y="229"/>
                </a:lnTo>
                <a:lnTo>
                  <a:pt x="96" y="229"/>
                </a:lnTo>
                <a:lnTo>
                  <a:pt x="96" y="147"/>
                </a:lnTo>
                <a:cubicBezTo>
                  <a:pt x="96" y="52"/>
                  <a:pt x="154" y="0"/>
                  <a:pt x="239" y="0"/>
                </a:cubicBezTo>
                <a:lnTo>
                  <a:pt x="325" y="0"/>
                </a:lnTo>
                <a:lnTo>
                  <a:pt x="325" y="104"/>
                </a:lnTo>
                <a:close/>
              </a:path>
            </a:pathLst>
          </a:custGeom>
          <a:solidFill>
            <a:srgbClr val="CD172D"/>
          </a:solidFill>
          <a:ln>
            <a:noFill/>
          </a:ln>
        </p:spPr>
        <p:txBody>
          <a:bodyPr vert="horz" wrap="square" lIns="146078" tIns="73039" rIns="146078" bIns="73039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06096-6AB4-2B35-4B38-5FF7EA787FD7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6F5F-4792-9ECE-C7AC-8E75EC25F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D56B-5F1E-7FDC-98AA-E99244B5D55C}"/>
              </a:ext>
            </a:extLst>
          </p:cNvPr>
          <p:cNvSpPr txBox="1"/>
          <p:nvPr userDrawn="1"/>
        </p:nvSpPr>
        <p:spPr>
          <a:xfrm>
            <a:off x="708211" y="6532066"/>
            <a:ext cx="502456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A74A-7E39-4472-C72F-31CA890A964E}"/>
              </a:ext>
            </a:extLst>
          </p:cNvPr>
          <p:cNvSpPr txBox="1"/>
          <p:nvPr userDrawn="1"/>
        </p:nvSpPr>
        <p:spPr>
          <a:xfrm>
            <a:off x="8996255" y="504560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@OpeniTInc</a:t>
            </a:r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4D0A1DF4-1217-2405-AF99-7EEBB16DE1CE}"/>
              </a:ext>
            </a:extLst>
          </p:cNvPr>
          <p:cNvSpPr/>
          <p:nvPr userDrawn="1"/>
        </p:nvSpPr>
        <p:spPr>
          <a:xfrm>
            <a:off x="8620666" y="5148939"/>
            <a:ext cx="240317" cy="180464"/>
          </a:xfrm>
          <a:custGeom>
            <a:avLst/>
            <a:gdLst>
              <a:gd name="connsiteX0" fmla="*/ 354902 w 356712"/>
              <a:gd name="connsiteY0" fmla="*/ 72683 h 267870"/>
              <a:gd name="connsiteX1" fmla="*/ 347282 w 356712"/>
              <a:gd name="connsiteY1" fmla="*/ 33726 h 267870"/>
              <a:gd name="connsiteX2" fmla="*/ 307754 w 356712"/>
              <a:gd name="connsiteY2" fmla="*/ 4294 h 267870"/>
              <a:gd name="connsiteX3" fmla="*/ 256223 w 356712"/>
              <a:gd name="connsiteY3" fmla="*/ 1341 h 267870"/>
              <a:gd name="connsiteX4" fmla="*/ 151163 w 356712"/>
              <a:gd name="connsiteY4" fmla="*/ 8 h 267870"/>
              <a:gd name="connsiteX5" fmla="*/ 74867 w 356712"/>
              <a:gd name="connsiteY5" fmla="*/ 2389 h 267870"/>
              <a:gd name="connsiteX6" fmla="*/ 45054 w 356712"/>
              <a:gd name="connsiteY6" fmla="*/ 4770 h 267870"/>
              <a:gd name="connsiteX7" fmla="*/ 10574 w 356712"/>
              <a:gd name="connsiteY7" fmla="*/ 31916 h 267870"/>
              <a:gd name="connsiteX8" fmla="*/ 2192 w 356712"/>
              <a:gd name="connsiteY8" fmla="*/ 70302 h 267870"/>
              <a:gd name="connsiteX9" fmla="*/ 382 w 356712"/>
              <a:gd name="connsiteY9" fmla="*/ 162409 h 267870"/>
              <a:gd name="connsiteX10" fmla="*/ 5049 w 356712"/>
              <a:gd name="connsiteY10" fmla="*/ 217749 h 267870"/>
              <a:gd name="connsiteX11" fmla="*/ 9335 w 356712"/>
              <a:gd name="connsiteY11" fmla="*/ 232227 h 267870"/>
              <a:gd name="connsiteX12" fmla="*/ 44864 w 356712"/>
              <a:gd name="connsiteY12" fmla="*/ 262231 h 267870"/>
              <a:gd name="connsiteX13" fmla="*/ 77725 w 356712"/>
              <a:gd name="connsiteY13" fmla="*/ 265374 h 267870"/>
              <a:gd name="connsiteX14" fmla="*/ 207265 w 356712"/>
              <a:gd name="connsiteY14" fmla="*/ 267755 h 267870"/>
              <a:gd name="connsiteX15" fmla="*/ 291466 w 356712"/>
              <a:gd name="connsiteY15" fmla="*/ 264803 h 267870"/>
              <a:gd name="connsiteX16" fmla="*/ 314612 w 356712"/>
              <a:gd name="connsiteY16" fmla="*/ 262231 h 267870"/>
              <a:gd name="connsiteX17" fmla="*/ 346235 w 356712"/>
              <a:gd name="connsiteY17" fmla="*/ 235847 h 267870"/>
              <a:gd name="connsiteX18" fmla="*/ 354902 w 356712"/>
              <a:gd name="connsiteY18" fmla="*/ 195080 h 267870"/>
              <a:gd name="connsiteX19" fmla="*/ 356712 w 356712"/>
              <a:gd name="connsiteY19" fmla="*/ 168791 h 267870"/>
              <a:gd name="connsiteX20" fmla="*/ 356712 w 356712"/>
              <a:gd name="connsiteY20" fmla="*/ 98972 h 267870"/>
              <a:gd name="connsiteX21" fmla="*/ 354902 w 356712"/>
              <a:gd name="connsiteY21" fmla="*/ 72683 h 267870"/>
              <a:gd name="connsiteX22" fmla="*/ 241460 w 356712"/>
              <a:gd name="connsiteY22" fmla="*/ 135834 h 267870"/>
              <a:gd name="connsiteX23" fmla="*/ 138018 w 356712"/>
              <a:gd name="connsiteY23" fmla="*/ 197937 h 267870"/>
              <a:gd name="connsiteX24" fmla="*/ 135065 w 356712"/>
              <a:gd name="connsiteY24" fmla="*/ 198985 h 267870"/>
              <a:gd name="connsiteX25" fmla="*/ 134303 w 356712"/>
              <a:gd name="connsiteY25" fmla="*/ 195651 h 267870"/>
              <a:gd name="connsiteX26" fmla="*/ 134303 w 356712"/>
              <a:gd name="connsiteY26" fmla="*/ 71921 h 267870"/>
              <a:gd name="connsiteX27" fmla="*/ 138018 w 356712"/>
              <a:gd name="connsiteY27" fmla="*/ 69826 h 267870"/>
              <a:gd name="connsiteX28" fmla="*/ 241460 w 356712"/>
              <a:gd name="connsiteY28" fmla="*/ 131929 h 267870"/>
              <a:gd name="connsiteX29" fmla="*/ 241460 w 356712"/>
              <a:gd name="connsiteY29" fmla="*/ 135834 h 26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6712" h="267870">
                <a:moveTo>
                  <a:pt x="354902" y="72683"/>
                </a:moveTo>
                <a:cubicBezTo>
                  <a:pt x="354140" y="59539"/>
                  <a:pt x="352235" y="46109"/>
                  <a:pt x="347282" y="33726"/>
                </a:cubicBezTo>
                <a:cubicBezTo>
                  <a:pt x="340139" y="15819"/>
                  <a:pt x="326708" y="6389"/>
                  <a:pt x="307754" y="4294"/>
                </a:cubicBezTo>
                <a:cubicBezTo>
                  <a:pt x="290704" y="2389"/>
                  <a:pt x="273273" y="2103"/>
                  <a:pt x="256223" y="1341"/>
                </a:cubicBezTo>
                <a:cubicBezTo>
                  <a:pt x="221171" y="-183"/>
                  <a:pt x="186215" y="8"/>
                  <a:pt x="151163" y="8"/>
                </a:cubicBezTo>
                <a:cubicBezTo>
                  <a:pt x="125636" y="293"/>
                  <a:pt x="100394" y="1055"/>
                  <a:pt x="74867" y="2389"/>
                </a:cubicBezTo>
                <a:cubicBezTo>
                  <a:pt x="65057" y="2960"/>
                  <a:pt x="55055" y="3151"/>
                  <a:pt x="45054" y="4770"/>
                </a:cubicBezTo>
                <a:cubicBezTo>
                  <a:pt x="29052" y="7913"/>
                  <a:pt x="17146" y="16581"/>
                  <a:pt x="10574" y="31916"/>
                </a:cubicBezTo>
                <a:cubicBezTo>
                  <a:pt x="5335" y="44299"/>
                  <a:pt x="3525" y="57158"/>
                  <a:pt x="2192" y="70302"/>
                </a:cubicBezTo>
                <a:cubicBezTo>
                  <a:pt x="-475" y="100877"/>
                  <a:pt x="-190" y="131643"/>
                  <a:pt x="382" y="162409"/>
                </a:cubicBezTo>
                <a:cubicBezTo>
                  <a:pt x="572" y="180887"/>
                  <a:pt x="1620" y="199271"/>
                  <a:pt x="5049" y="217749"/>
                </a:cubicBezTo>
                <a:cubicBezTo>
                  <a:pt x="6097" y="222702"/>
                  <a:pt x="7430" y="227465"/>
                  <a:pt x="9335" y="232227"/>
                </a:cubicBezTo>
                <a:cubicBezTo>
                  <a:pt x="15050" y="249277"/>
                  <a:pt x="27433" y="258802"/>
                  <a:pt x="44864" y="262231"/>
                </a:cubicBezTo>
                <a:cubicBezTo>
                  <a:pt x="55627" y="264326"/>
                  <a:pt x="66676" y="265088"/>
                  <a:pt x="77725" y="265374"/>
                </a:cubicBezTo>
                <a:cubicBezTo>
                  <a:pt x="120873" y="267184"/>
                  <a:pt x="164021" y="268232"/>
                  <a:pt x="207265" y="267755"/>
                </a:cubicBezTo>
                <a:cubicBezTo>
                  <a:pt x="235364" y="267184"/>
                  <a:pt x="263558" y="266422"/>
                  <a:pt x="291466" y="264803"/>
                </a:cubicBezTo>
                <a:cubicBezTo>
                  <a:pt x="299086" y="264326"/>
                  <a:pt x="306992" y="264041"/>
                  <a:pt x="314612" y="262231"/>
                </a:cubicBezTo>
                <a:cubicBezTo>
                  <a:pt x="329375" y="258516"/>
                  <a:pt x="340139" y="250134"/>
                  <a:pt x="346235" y="235847"/>
                </a:cubicBezTo>
                <a:cubicBezTo>
                  <a:pt x="351950" y="222988"/>
                  <a:pt x="353855" y="208986"/>
                  <a:pt x="354902" y="195080"/>
                </a:cubicBezTo>
                <a:cubicBezTo>
                  <a:pt x="355379" y="186126"/>
                  <a:pt x="356236" y="177458"/>
                  <a:pt x="356712" y="168791"/>
                </a:cubicBezTo>
                <a:lnTo>
                  <a:pt x="356712" y="98972"/>
                </a:lnTo>
                <a:cubicBezTo>
                  <a:pt x="356236" y="90305"/>
                  <a:pt x="355379" y="81637"/>
                  <a:pt x="354902" y="72683"/>
                </a:cubicBezTo>
                <a:close/>
                <a:moveTo>
                  <a:pt x="241460" y="135834"/>
                </a:moveTo>
                <a:cubicBezTo>
                  <a:pt x="206979" y="156694"/>
                  <a:pt x="172499" y="177173"/>
                  <a:pt x="138018" y="197937"/>
                </a:cubicBezTo>
                <a:cubicBezTo>
                  <a:pt x="137256" y="198509"/>
                  <a:pt x="136113" y="199556"/>
                  <a:pt x="135065" y="198985"/>
                </a:cubicBezTo>
                <a:cubicBezTo>
                  <a:pt x="133827" y="198223"/>
                  <a:pt x="134303" y="196699"/>
                  <a:pt x="134303" y="195651"/>
                </a:cubicBezTo>
                <a:lnTo>
                  <a:pt x="134303" y="71921"/>
                </a:lnTo>
                <a:cubicBezTo>
                  <a:pt x="134303" y="67921"/>
                  <a:pt x="134589" y="67635"/>
                  <a:pt x="138018" y="69826"/>
                </a:cubicBezTo>
                <a:cubicBezTo>
                  <a:pt x="172499" y="90590"/>
                  <a:pt x="206979" y="111069"/>
                  <a:pt x="241460" y="131929"/>
                </a:cubicBezTo>
                <a:cubicBezTo>
                  <a:pt x="244603" y="133739"/>
                  <a:pt x="244603" y="134024"/>
                  <a:pt x="241460" y="135834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EB65-7C16-15CF-1264-214935278286}"/>
              </a:ext>
            </a:extLst>
          </p:cNvPr>
          <p:cNvSpPr txBox="1"/>
          <p:nvPr userDrawn="1"/>
        </p:nvSpPr>
        <p:spPr>
          <a:xfrm>
            <a:off x="5656374" y="3391654"/>
            <a:ext cx="1952740" cy="89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Karoline Kristiansens </a:t>
            </a:r>
            <a:r>
              <a:rPr lang="nn-NO" sz="1200" dirty="0"/>
              <a:t>vei 5 </a:t>
            </a: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N-0661 Oslo</a:t>
            </a:r>
          </a:p>
          <a:p>
            <a:pPr>
              <a:lnSpc>
                <a:spcPct val="150000"/>
              </a:lnSpc>
            </a:pP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Norway</a:t>
            </a:r>
            <a:endParaRPr lang="en-US" sz="1200" dirty="0">
              <a:solidFill>
                <a:schemeClr val="tx1"/>
              </a:solidFill>
              <a:latin typeface="+mj-lt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4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F89D8C-F4C4-4BD8-A676-885EF132B0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2544" y="0"/>
            <a:ext cx="4909457" cy="6858000"/>
          </a:xfrm>
          <a:custGeom>
            <a:avLst/>
            <a:gdLst>
              <a:gd name="connsiteX0" fmla="*/ 0 w 4909457"/>
              <a:gd name="connsiteY0" fmla="*/ 0 h 6858000"/>
              <a:gd name="connsiteX1" fmla="*/ 4909457 w 4909457"/>
              <a:gd name="connsiteY1" fmla="*/ 0 h 6858000"/>
              <a:gd name="connsiteX2" fmla="*/ 4909457 w 4909457"/>
              <a:gd name="connsiteY2" fmla="*/ 6858000 h 6858000"/>
              <a:gd name="connsiteX3" fmla="*/ 0 w 490945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9457" h="6858000">
                <a:moveTo>
                  <a:pt x="0" y="0"/>
                </a:moveTo>
                <a:lnTo>
                  <a:pt x="4909457" y="0"/>
                </a:lnTo>
                <a:lnTo>
                  <a:pt x="4909457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6BEAB-C306-4107-1924-5709D242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84D33-BABF-FDDC-F4D1-DDCC1A17C0D5}"/>
              </a:ext>
            </a:extLst>
          </p:cNvPr>
          <p:cNvSpPr txBox="1"/>
          <p:nvPr userDrawn="1"/>
        </p:nvSpPr>
        <p:spPr>
          <a:xfrm>
            <a:off x="708211" y="6532066"/>
            <a:ext cx="503726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blocks and networks technology background">
            <a:extLst>
              <a:ext uri="{FF2B5EF4-FFF2-40B4-BE49-F238E27FC236}">
                <a16:creationId xmlns:a16="http://schemas.microsoft.com/office/drawing/2014/main" id="{89D3FABE-2BCA-CE6E-C252-1A3488087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544" y="0"/>
            <a:ext cx="4909456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A0F6B9-2265-B3FA-C52E-B46238D48A91}"/>
              </a:ext>
            </a:extLst>
          </p:cNvPr>
          <p:cNvSpPr/>
          <p:nvPr userDrawn="1"/>
        </p:nvSpPr>
        <p:spPr>
          <a:xfrm>
            <a:off x="1188720" y="1036320"/>
            <a:ext cx="8153400" cy="208788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0DCEC-45DC-CA88-4E1D-938EE37952A8}"/>
              </a:ext>
            </a:extLst>
          </p:cNvPr>
          <p:cNvSpPr txBox="1"/>
          <p:nvPr userDrawn="1"/>
        </p:nvSpPr>
        <p:spPr>
          <a:xfrm>
            <a:off x="2900830" y="1480096"/>
            <a:ext cx="4729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Thank You</a:t>
            </a:r>
            <a:r>
              <a:rPr lang="en-US" sz="7200" b="1" dirty="0">
                <a:solidFill>
                  <a:srgbClr val="CD172D"/>
                </a:solidFill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.</a:t>
            </a:r>
            <a:endParaRPr lang="en-ID" sz="7200" b="1" dirty="0">
              <a:solidFill>
                <a:srgbClr val="CD172D"/>
              </a:solidFill>
              <a:latin typeface="+mj-lt"/>
              <a:ea typeface="Inter" panose="020B05020300000000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6543D-DA01-C332-3986-3CF86829DDE4}"/>
              </a:ext>
            </a:extLst>
          </p:cNvPr>
          <p:cNvSpPr/>
          <p:nvPr/>
        </p:nvSpPr>
        <p:spPr>
          <a:xfrm>
            <a:off x="1188720" y="3991430"/>
            <a:ext cx="537505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Poppins" panose="00000500000000000000" pitchFamily="2" charset="0"/>
              </a:rPr>
              <a:t>Dedicated to </a:t>
            </a:r>
            <a:r>
              <a:rPr lang="en-US" sz="6600" b="1" i="0" dirty="0">
                <a:solidFill>
                  <a:srgbClr val="CD172D"/>
                </a:solidFill>
                <a:latin typeface="+mj-lt"/>
                <a:ea typeface="Open Sans" panose="020B0606030504020204" pitchFamily="34" charset="0"/>
                <a:cs typeface="Poppins" panose="00000500000000000000" pitchFamily="2" charset="0"/>
              </a:rPr>
              <a:t>Optimization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EB598A8-A790-3D72-75A0-5A9EAF0DBB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756" y="6256116"/>
            <a:ext cx="1221104" cy="47742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683B15-DD6A-3F62-058D-429D0F04C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54193-BACD-42BA-CFED-116B32B2BD15}"/>
              </a:ext>
            </a:extLst>
          </p:cNvPr>
          <p:cNvSpPr txBox="1"/>
          <p:nvPr userDrawn="1"/>
        </p:nvSpPr>
        <p:spPr>
          <a:xfrm>
            <a:off x="708211" y="6532066"/>
            <a:ext cx="501694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7F3726-AE5B-9D3F-E58E-C5481775FA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D4F39-66F3-E4AD-556E-F84482C5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3F73D-436A-99CB-802A-3C0AEC92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8CA12-A0A5-DF07-3533-1085FBA45E7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592C617-7B7D-8FC0-0DE3-225B197C4A79}"/>
              </a:ext>
            </a:extLst>
          </p:cNvPr>
          <p:cNvSpPr/>
          <p:nvPr userDrawn="1"/>
        </p:nvSpPr>
        <p:spPr>
          <a:xfrm>
            <a:off x="0" y="6766561"/>
            <a:ext cx="10423003" cy="91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EBFEC-8AED-1238-C9E7-C8C32093BE3F}"/>
              </a:ext>
            </a:extLst>
          </p:cNvPr>
          <p:cNvSpPr/>
          <p:nvPr userDrawn="1"/>
        </p:nvSpPr>
        <p:spPr>
          <a:xfrm>
            <a:off x="10423003" y="6766559"/>
            <a:ext cx="1768997" cy="91441"/>
          </a:xfrm>
          <a:prstGeom prst="rect">
            <a:avLst/>
          </a:prstGeom>
          <a:solidFill>
            <a:srgbClr val="CD17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238B-3F65-7181-3D1C-8F1E840A8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729" y="6454962"/>
            <a:ext cx="452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0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90" r:id="rId2"/>
    <p:sldLayoutId id="2147483701" r:id="rId3"/>
    <p:sldLayoutId id="2147483650" r:id="rId4"/>
    <p:sldLayoutId id="2147483654" r:id="rId5"/>
    <p:sldLayoutId id="2147483655" r:id="rId6"/>
    <p:sldLayoutId id="2147483705" r:id="rId7"/>
    <p:sldLayoutId id="2147483692" r:id="rId8"/>
    <p:sldLayoutId id="2147483704" r:id="rId9"/>
    <p:sldLayoutId id="2147483708" r:id="rId10"/>
    <p:sldLayoutId id="2147483693" r:id="rId11"/>
    <p:sldLayoutId id="214748370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Source Sans Pro" panose="020B05030304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ource Sans Pro" panose="020B0503030403020204" pitchFamily="34" charset="0"/>
        <a:buChar char="–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pgvector/pgvector.git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964620-C4AB-E45C-F1C6-9C71FA3DAD74}"/>
              </a:ext>
            </a:extLst>
          </p:cNvPr>
          <p:cNvSpPr/>
          <p:nvPr/>
        </p:nvSpPr>
        <p:spPr>
          <a:xfrm>
            <a:off x="-645226" y="635924"/>
            <a:ext cx="10445393" cy="5524244"/>
          </a:xfrm>
          <a:prstGeom prst="roundRect">
            <a:avLst>
              <a:gd name="adj" fmla="val 988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833092-7703-20E9-2EA9-C1B5ED3E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3395"/>
            <a:ext cx="7981604" cy="1771873"/>
          </a:xfrm>
        </p:spPr>
        <p:txBody>
          <a:bodyPr/>
          <a:lstStyle/>
          <a:p>
            <a:r>
              <a:rPr lang="en-US" dirty="0"/>
              <a:t>Language Embeddings</a:t>
            </a:r>
            <a:br>
              <a:rPr lang="en-US" dirty="0"/>
            </a:br>
            <a:r>
              <a:rPr lang="en-US" sz="2800" dirty="0"/>
              <a:t>w/ </a:t>
            </a:r>
            <a:r>
              <a:rPr lang="en-US" sz="2800" dirty="0" err="1"/>
              <a:t>Ollama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0C8282-C4AD-A207-EE8A-B31256F051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4700049"/>
            <a:ext cx="5990863" cy="433747"/>
          </a:xfrm>
        </p:spPr>
        <p:txBody>
          <a:bodyPr/>
          <a:lstStyle/>
          <a:p>
            <a:endParaRPr lang="en-PH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C5C7EB-774C-F46B-7AFD-CD9FB875BA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5216458"/>
            <a:ext cx="5990863" cy="433747"/>
          </a:xfrm>
        </p:spPr>
        <p:txBody>
          <a:bodyPr/>
          <a:lstStyle/>
          <a:p>
            <a:endParaRPr lang="en-PH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B0BA55A-BC98-E4DA-52A7-613A393FE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4300" y="145598"/>
            <a:ext cx="962101" cy="4903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AC78E65-F36F-97D3-D645-B86F80810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060186"/>
            <a:ext cx="4794825" cy="95064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ED471DE-88A2-8F22-D69F-6A87E9C20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2" grpId="0" build="p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C182AD-86FB-0FC9-884B-09E3CF539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2B59AC-F5F5-E537-0BF3-3D898AC5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FD1EC-45AF-046E-6C56-B51FB301F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7799" y="1266444"/>
            <a:ext cx="7981484" cy="4694089"/>
          </a:xfrm>
        </p:spPr>
        <p:txBody>
          <a:bodyPr/>
          <a:lstStyle/>
          <a:p>
            <a:r>
              <a:rPr lang="en-US" dirty="0"/>
              <a:t>Language Embeddings </a:t>
            </a:r>
          </a:p>
          <a:p>
            <a:r>
              <a:rPr lang="en-US" dirty="0" err="1"/>
              <a:t>Ollama</a:t>
            </a:r>
            <a:endParaRPr lang="en-US" dirty="0"/>
          </a:p>
          <a:p>
            <a:r>
              <a:rPr lang="en-US" dirty="0"/>
              <a:t>Vector Database</a:t>
            </a:r>
          </a:p>
          <a:p>
            <a:r>
              <a:rPr lang="en-US" dirty="0"/>
              <a:t>Embedding Projections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C9069D-5D22-D11D-42F5-9F0B0C1C1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9971" y="290009"/>
            <a:ext cx="1693700" cy="493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51457-FE6B-499C-AB18-7776A623B0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245536"/>
            <a:ext cx="1230966" cy="4932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E273CD-DA94-4DCA-18AA-CB6A100FE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035" y="3818342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2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F2F3-792D-C4FE-DB4D-63A2ABF1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0F1F83-F0F5-F4A7-6C72-F707851C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Embeddings </a:t>
            </a:r>
            <a:br>
              <a:rPr lang="en-US" dirty="0"/>
            </a:br>
            <a:r>
              <a:rPr lang="en-US" sz="2000" dirty="0"/>
              <a:t>(app demo)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44B24D-C92A-2CA5-BA8E-5203B37046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07A330-5E03-4CB5-A7BE-F3CEF7B2B4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F7E63DC-15CD-8C5E-F21B-C6C85FE90D51}"/>
              </a:ext>
            </a:extLst>
          </p:cNvPr>
          <p:cNvSpPr/>
          <p:nvPr/>
        </p:nvSpPr>
        <p:spPr>
          <a:xfrm>
            <a:off x="87494" y="6406670"/>
            <a:ext cx="358903" cy="3418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9836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52F5-460C-D5B0-9DAD-881E2D8E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D73D51-CBAB-F99B-7BDE-253B7318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Ollama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297E63-D825-1D20-779D-4FA8C487D7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B4BB79-CA1B-DE76-2C82-9B6E6E292C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73282E-DAAC-2567-0121-EFAC2D2939D4}"/>
              </a:ext>
            </a:extLst>
          </p:cNvPr>
          <p:cNvSpPr/>
          <p:nvPr/>
        </p:nvSpPr>
        <p:spPr>
          <a:xfrm>
            <a:off x="87494" y="6406670"/>
            <a:ext cx="358903" cy="3418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663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1D69B-A5B6-F142-15E6-1987074E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B2F3-45E6-793B-1A45-0CF9AF1ECA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ECB4FA-CDBE-BD17-0CB5-F1CEFD499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6B1DBE-4B9C-1FFE-8A1E-7DE7FD036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31" y="951835"/>
            <a:ext cx="4928321" cy="37030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5E8DB7-E929-BF02-1930-5B7F9C4B10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704" y="1964660"/>
            <a:ext cx="4974244" cy="37030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1CC8AD1-6690-16EC-5BB3-A97F94C4A5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" t="2884" r="2090"/>
          <a:stretch>
            <a:fillRect/>
          </a:stretch>
        </p:blipFill>
        <p:spPr>
          <a:xfrm>
            <a:off x="7728403" y="2636705"/>
            <a:ext cx="4394200" cy="20355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0C18C4-0646-31A6-4F49-374073F0D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7462" y="4729012"/>
            <a:ext cx="1850189" cy="1230571"/>
          </a:xfrm>
          <a:prstGeom prst="rect">
            <a:avLst/>
          </a:prstGeom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89724A4A-4A18-1134-AC42-4F9EACFB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610"/>
            <a:ext cx="10515600" cy="47644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Installation</a:t>
            </a:r>
          </a:p>
        </p:txBody>
      </p:sp>
    </p:spTree>
    <p:extLst>
      <p:ext uri="{BB962C8B-B14F-4D97-AF65-F5344CB8AC3E}">
        <p14:creationId xmlns:p14="http://schemas.microsoft.com/office/powerpoint/2010/main" val="156002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F440-8623-7836-7182-68DA04DD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274E1-BB3A-FE0F-A3AA-B79B8810A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93B519-7DD8-58E7-1112-C27BE3A84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869F47-ACC6-9956-4AE9-7E6C7D8C59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6" r="1148" b="2043"/>
          <a:stretch>
            <a:fillRect/>
          </a:stretch>
        </p:blipFill>
        <p:spPr>
          <a:xfrm>
            <a:off x="2629353" y="1441450"/>
            <a:ext cx="6504828" cy="3975100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852510E9-8D6B-A30D-391B-81FFD77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610"/>
            <a:ext cx="10515600" cy="47644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390287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6F33-36D2-8A66-62D9-3F78B3BB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31ECE-4015-BBE5-7039-F2DF78A13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2D380A-BEEE-16DC-8BAF-8204EA9590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78283DF-238C-FB20-F4D3-90F35EC1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610"/>
            <a:ext cx="10515600" cy="47644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The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5F2D8-C396-D36D-5E5C-C9DE64C5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29" y="895217"/>
            <a:ext cx="4365613" cy="2979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EFC460-1F12-4822-E332-661AD7FCC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411" y="1381881"/>
            <a:ext cx="4647190" cy="3202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46398C-AC8B-B2D9-D65C-E5E789B399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8468"/>
          <a:stretch>
            <a:fillRect/>
          </a:stretch>
        </p:blipFill>
        <p:spPr>
          <a:xfrm>
            <a:off x="3936105" y="2355045"/>
            <a:ext cx="3145366" cy="10097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12C87F-50E3-8DC2-2A41-153A8755453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74" t="1795" r="2468" b="1910"/>
          <a:stretch>
            <a:fillRect/>
          </a:stretch>
        </p:blipFill>
        <p:spPr>
          <a:xfrm>
            <a:off x="6204685" y="2533820"/>
            <a:ext cx="2901949" cy="28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25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21CC-912F-C9A4-28BD-F9D1EBA9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ADF78-45C9-8C14-5528-811EFEDC75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4AD596-3461-7930-8096-1B718212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5E4049D7-A5CF-AA1E-A9BB-B90C8175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610"/>
            <a:ext cx="10515600" cy="47644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Running the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30961D-BE3B-1A8A-F9D6-1F474F1EC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48" y="1541904"/>
            <a:ext cx="4907719" cy="3182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22976C-D92D-541E-5164-956DB671F4BF}"/>
              </a:ext>
            </a:extLst>
          </p:cNvPr>
          <p:cNvSpPr txBox="1"/>
          <p:nvPr/>
        </p:nvSpPr>
        <p:spPr>
          <a:xfrm>
            <a:off x="5460252" y="989436"/>
            <a:ext cx="48013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curl http://localhost:11434/api/chat 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^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-d "{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model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phi4-mini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,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  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messages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:[{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role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user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,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content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Hello!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\"</a:t>
            </a:r>
            <a:r>
              <a:rPr lang="en-US" sz="900" dirty="0">
                <a:latin typeface="Consolas" panose="020B0609020204030204" pitchFamily="49" charset="0"/>
              </a:rPr>
              <a:t>}]}"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BF9DA5-CB92-9920-14DF-757630083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052" y="1541904"/>
            <a:ext cx="6515100" cy="35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3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90AA-F388-8EAC-E8A0-C8292E51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A676F-536F-0061-17D8-93CF93C67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00DD8A-AAD5-B982-F9BF-F36A95109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FF6E4C3E-F317-CE89-BC33-9FE94CA5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610"/>
            <a:ext cx="10515600" cy="47644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Running an Embedding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7CAAB-5CC7-18A1-3EC2-C4125AEB0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29" y="835056"/>
            <a:ext cx="4526323" cy="19462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2795F3-29A2-B2F3-6DD6-147C37355385}"/>
              </a:ext>
            </a:extLst>
          </p:cNvPr>
          <p:cNvSpPr txBox="1"/>
          <p:nvPr/>
        </p:nvSpPr>
        <p:spPr>
          <a:xfrm>
            <a:off x="4867780" y="1175662"/>
            <a:ext cx="44095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curl http://localhost:11434/api/embed ^</a:t>
            </a:r>
          </a:p>
          <a:p>
            <a:r>
              <a:rPr lang="en-US" sz="1050" dirty="0"/>
              <a:t>  -d "{\"model\": \"nomic-embed-text\", \"input\": \"Why is the sky blue?\"}"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9A62B9-3BD4-033B-853B-EA3183622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018" y="1628743"/>
            <a:ext cx="8823661" cy="439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0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A0E9-AE66-501E-3E00-C1238109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9A0838-45A9-4244-FBC9-0BF9910A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Databases</a:t>
            </a:r>
            <a:br>
              <a:rPr lang="en-US" dirty="0"/>
            </a:br>
            <a:r>
              <a:rPr lang="en-US" dirty="0"/>
              <a:t>Postgres DB + </a:t>
            </a:r>
            <a:r>
              <a:rPr lang="en-US" dirty="0" err="1"/>
              <a:t>pgvector</a:t>
            </a:r>
            <a:br>
              <a:rPr lang="en-US" dirty="0"/>
            </a:br>
            <a:r>
              <a:rPr lang="en-US" sz="2800" dirty="0"/>
              <a:t>(code demo)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1C531C-4B03-756F-2A9C-5A87308B8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A16231-2CD9-DB72-B5DC-C83558E618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2F1E6CB-DEFC-939B-263F-E434DEB35C06}"/>
              </a:ext>
            </a:extLst>
          </p:cNvPr>
          <p:cNvSpPr/>
          <p:nvPr/>
        </p:nvSpPr>
        <p:spPr>
          <a:xfrm>
            <a:off x="87494" y="6406670"/>
            <a:ext cx="358903" cy="3418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755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8664-56E5-2967-35BF-155C6867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9BA53-2E1A-6348-0DCA-95318DFFE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638235-B50E-2B29-10E1-C48DC488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1C59F7A-DD31-8EFD-C74D-42A6894A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PostgreSQL and </a:t>
            </a:r>
            <a:r>
              <a:rPr lang="en-US" dirty="0" err="1"/>
              <a:t>pgAdmin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D0F1B-68A3-7AF6-42BA-A9FA3B461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95400"/>
            <a:ext cx="5515762" cy="4749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766A52-A5FE-DCCF-6397-BFB786F7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775" y="1713409"/>
            <a:ext cx="5206424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32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20D53-7ED7-9C56-A6F1-28D44508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597A3-004F-9E6B-ABEA-FD6FAE5DC5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46D5B1-9037-4239-DC61-45AF1458A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3"/>
          <a:stretch>
            <a:fillRect/>
          </a:stretch>
        </p:blipFill>
        <p:spPr>
          <a:xfrm>
            <a:off x="1" y="0"/>
            <a:ext cx="12192000" cy="67754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B9DF988-A901-9344-888B-E7D21FF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pgvector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FC0FF-D4F4-6D4C-36AD-6B0CC50E9D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4" t="8255" r="4603" b="9377"/>
          <a:stretch>
            <a:fillRect/>
          </a:stretch>
        </p:blipFill>
        <p:spPr>
          <a:xfrm>
            <a:off x="231583" y="1713409"/>
            <a:ext cx="4200717" cy="13187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50DB09-BBD2-3554-EB0C-DBAAB4D1C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473" y="82550"/>
            <a:ext cx="6245755" cy="41975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A920C9-958F-F601-E7C7-540EFFC52815}"/>
              </a:ext>
            </a:extLst>
          </p:cNvPr>
          <p:cNvSpPr txBox="1"/>
          <p:nvPr/>
        </p:nvSpPr>
        <p:spPr>
          <a:xfrm>
            <a:off x="170729" y="1232605"/>
            <a:ext cx="43377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Run as Admin</a:t>
            </a:r>
            <a:br>
              <a:rPr lang="en-US" sz="1400" dirty="0"/>
            </a:br>
            <a:r>
              <a:rPr lang="en-US" sz="11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x64 Native Tools Command Prompt for VS 2022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19519A-3EB9-5B56-6886-AB5FD6E63BAC}"/>
              </a:ext>
            </a:extLst>
          </p:cNvPr>
          <p:cNvSpPr txBox="1"/>
          <p:nvPr/>
        </p:nvSpPr>
        <p:spPr>
          <a:xfrm>
            <a:off x="170729" y="3255270"/>
            <a:ext cx="61817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2. On the CLI</a:t>
            </a:r>
          </a:p>
          <a:p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C:\&gt; git clone </a:t>
            </a:r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  <a:hlinkClick r:id="rId6"/>
              </a:rPr>
              <a:t>https://github.com/pgvector/pgvector.git</a:t>
            </a:r>
            <a:endParaRPr lang="en-US" sz="140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C:\&gt;cd </a:t>
            </a:r>
            <a:r>
              <a:rPr lang="en-US" sz="140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pgvector</a:t>
            </a:r>
            <a:endParaRPr lang="en-US" sz="140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C:\&gt;</a:t>
            </a:r>
            <a:r>
              <a:rPr lang="nn-NO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set "PGROOT=C:\Program Files\PostgreSQL\16«</a:t>
            </a:r>
            <a:br>
              <a:rPr lang="nn-NO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C:\&gt;</a:t>
            </a:r>
            <a:r>
              <a:rPr lang="nn-NO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nmake /F Makefile.win</a:t>
            </a:r>
            <a:endParaRPr lang="en-US" sz="140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C:\&gt;</a:t>
            </a:r>
            <a:r>
              <a:rPr lang="nn-NO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nmake /F Makefile.win install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A89079-4900-8927-5EAD-E29C418DE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5473" y="4280102"/>
            <a:ext cx="6126468" cy="17183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BD20ACC-E64C-0435-1992-71F4CBC2DA9E}"/>
              </a:ext>
            </a:extLst>
          </p:cNvPr>
          <p:cNvSpPr txBox="1"/>
          <p:nvPr/>
        </p:nvSpPr>
        <p:spPr>
          <a:xfrm>
            <a:off x="170729" y="4762765"/>
            <a:ext cx="48521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3. On the PSQL Tool</a:t>
            </a:r>
          </a:p>
          <a:p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CREATE EXTENSION vector;</a:t>
            </a:r>
          </a:p>
          <a:p>
            <a:r>
              <a:rPr lang="en-US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\dx</a:t>
            </a:r>
            <a:endParaRPr lang="nn-NO" sz="140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546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8453-E44C-B4FA-A7A0-9014B12AD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78849B-49D6-4DDA-06A0-D0580AB0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Projections</a:t>
            </a:r>
            <a:br>
              <a:rPr lang="en-US" dirty="0"/>
            </a:br>
            <a:r>
              <a:rPr lang="en-US" dirty="0"/>
              <a:t>PCA, UMAP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051963-98DF-1CBF-C880-8EB2EBCAB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D5ED1D-CE97-458B-F4C0-B50B6952E5D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B45523E-1D34-43B2-129D-0BCE5F47D021}"/>
              </a:ext>
            </a:extLst>
          </p:cNvPr>
          <p:cNvSpPr/>
          <p:nvPr/>
        </p:nvSpPr>
        <p:spPr>
          <a:xfrm>
            <a:off x="87494" y="6406670"/>
            <a:ext cx="358903" cy="3418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9755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BBDD4-D31D-56FC-FFE4-7265C48F13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02332" y="2206305"/>
            <a:ext cx="339835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Poppins SemiBold" panose="00000700000000000000" pitchFamily="2" charset="0"/>
              </a:rPr>
              <a:t>Get In Touch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D172D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Poppins SemiBold" panose="00000700000000000000" pitchFamily="2" charset="0"/>
              </a:rPr>
              <a:t>With Us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CD172D"/>
              </a:solidFill>
              <a:effectLst/>
              <a:uLnTx/>
              <a:uFillTx/>
              <a:latin typeface="+mj-lt"/>
              <a:ea typeface="Inter" panose="020B0502030000000004" pitchFamily="34" charset="0"/>
              <a:cs typeface="Poppins SemiBold" panose="000007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F6424-E04C-3C3F-F1D6-60A56B0E8B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C4458C-FC96-A509-C850-2890E59A05CD}"/>
              </a:ext>
            </a:extLst>
          </p:cNvPr>
          <p:cNvSpPr txBox="1"/>
          <p:nvPr/>
        </p:nvSpPr>
        <p:spPr>
          <a:xfrm>
            <a:off x="5656374" y="5052297"/>
            <a:ext cx="2290268" cy="33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getstarted@openit.com</a:t>
            </a:r>
          </a:p>
        </p:txBody>
      </p:sp>
    </p:spTree>
    <p:extLst>
      <p:ext uri="{BB962C8B-B14F-4D97-AF65-F5344CB8AC3E}">
        <p14:creationId xmlns:p14="http://schemas.microsoft.com/office/powerpoint/2010/main" val="564124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E9B704-5C50-423D-9EB7-2251F0F3F7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00830" y="1480096"/>
            <a:ext cx="4729180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Thank You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CD172D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.</a:t>
            </a:r>
            <a:endParaRPr kumimoji="0" lang="en-ID" sz="7200" b="1" i="0" u="none" strike="noStrike" kern="1200" cap="none" spc="0" normalizeH="0" baseline="0" noProof="0" dirty="0">
              <a:ln>
                <a:noFill/>
              </a:ln>
              <a:solidFill>
                <a:srgbClr val="CD172D"/>
              </a:solidFill>
              <a:effectLst/>
              <a:uLnTx/>
              <a:uFillTx/>
              <a:latin typeface="+mj-lt"/>
              <a:ea typeface="Inter" panose="020B05020300000000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A6664-1B94-A28C-648E-AAED4700D6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59883"/>
      </p:ext>
    </p:extLst>
  </p:cSld>
  <p:clrMapOvr>
    <a:masterClrMapping/>
  </p:clrMapOvr>
</p:sld>
</file>

<file path=ppt/theme/theme1.xml><?xml version="1.0" encoding="utf-8"?>
<a:theme xmlns:a="http://schemas.openxmlformats.org/drawingml/2006/main" name="Open iT">
  <a:themeElements>
    <a:clrScheme name="Open iT">
      <a:dk1>
        <a:sysClr val="windowText" lastClr="000000"/>
      </a:dk1>
      <a:lt1>
        <a:sysClr val="window" lastClr="FFFFFF"/>
      </a:lt1>
      <a:dk2>
        <a:srgbClr val="404040"/>
      </a:dk2>
      <a:lt2>
        <a:srgbClr val="E7E6E6"/>
      </a:lt2>
      <a:accent1>
        <a:srgbClr val="CD172D"/>
      </a:accent1>
      <a:accent2>
        <a:srgbClr val="0E0F30"/>
      </a:accent2>
      <a:accent3>
        <a:srgbClr val="16161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iT-PPT-Template-v10" id="{565F0CC9-428F-4ED5-93B2-865DB9FF280C}" vid="{7AE3E66D-A283-4037-BDE8-0F41F42780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3DA05B32D79942917AFC4E7F563CF2" ma:contentTypeVersion="4" ma:contentTypeDescription="Create a new document." ma:contentTypeScope="" ma:versionID="85969b034e2bf0b5a08d8a7fed8850ee">
  <xsd:schema xmlns:xsd="http://www.w3.org/2001/XMLSchema" xmlns:xs="http://www.w3.org/2001/XMLSchema" xmlns:p="http://schemas.microsoft.com/office/2006/metadata/properties" xmlns:ns2="df86177f-335d-4a56-9a40-016518eff5dd" targetNamespace="http://schemas.microsoft.com/office/2006/metadata/properties" ma:root="true" ma:fieldsID="261e1dc9c9e54a9d8ceb1931e9dc2ac9" ns2:_="">
    <xsd:import namespace="df86177f-335d-4a56-9a40-016518eff5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86177f-335d-4a56-9a40-016518eff5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31D98B-B485-4183-90F6-1C6FDEEE04D8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df86177f-335d-4a56-9a40-016518eff5dd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DD294BA-A0E1-4EBB-9403-9EE77C1C00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86177f-335d-4a56-9a40-016518eff5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689013-3C17-4512-B52E-AA7C876AD4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OpeniT_PowerPoint</Template>
  <TotalTime>660</TotalTime>
  <Words>240</Words>
  <Application>Microsoft Office PowerPoint</Application>
  <PresentationFormat>Widescreen</PresentationFormat>
  <Paragraphs>59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Source Sans Pro</vt:lpstr>
      <vt:lpstr>Segoe UI</vt:lpstr>
      <vt:lpstr>Consolas</vt:lpstr>
      <vt:lpstr>Wingdings</vt:lpstr>
      <vt:lpstr>Arial</vt:lpstr>
      <vt:lpstr>Calibri</vt:lpstr>
      <vt:lpstr>Open iT</vt:lpstr>
      <vt:lpstr>Language Embeddings w/ Ollama</vt:lpstr>
      <vt:lpstr>Agenda</vt:lpstr>
      <vt:lpstr>Language Embeddings  (app demo)</vt:lpstr>
      <vt:lpstr>Ollama</vt:lpstr>
      <vt:lpstr>Installation</vt:lpstr>
      <vt:lpstr>The application</vt:lpstr>
      <vt:lpstr>The Models</vt:lpstr>
      <vt:lpstr>Running the Models</vt:lpstr>
      <vt:lpstr>Running an Embedding Model</vt:lpstr>
      <vt:lpstr>Vector Databases Postgres DB + pgvector (code demo)</vt:lpstr>
      <vt:lpstr>Install PostgreSQL and pgAdmin</vt:lpstr>
      <vt:lpstr>Install pgvector</vt:lpstr>
      <vt:lpstr>Embedding Projections PCA, UMAP</vt:lpstr>
      <vt:lpstr>Get In Touch With Us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Anne L. Labitigan</dc:creator>
  <cp:lastModifiedBy>Rod Julius Zamora</cp:lastModifiedBy>
  <cp:revision>10</cp:revision>
  <dcterms:created xsi:type="dcterms:W3CDTF">2026-04-01T05:07:33Z</dcterms:created>
  <dcterms:modified xsi:type="dcterms:W3CDTF">2026-05-19T15:09:35Z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0x010100A43DA05B32D79942917AFC4E7F563CF2</vt:lpwstr>
  </property>
</Properties>
</file>